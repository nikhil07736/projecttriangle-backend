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aramond Bold" charset="1" panose="02020804030307010803"/>
      <p:regular r:id="rId14"/>
    </p:embeddedFont>
    <p:embeddedFont>
      <p:font typeface="Arial Bold" charset="1" panose="020B0704020202020204"/>
      <p:regular r:id="rId15"/>
    </p:embeddedFont>
    <p:embeddedFont>
      <p:font typeface="Garamond" charset="1" panose="02020404030301010803"/>
      <p:regular r:id="rId16"/>
    </p:embeddedFont>
    <p:embeddedFont>
      <p:font typeface="Arial" charset="1" panose="020B0604020202020204"/>
      <p:regular r:id="rId17"/>
    </p:embeddedFont>
    <p:embeddedFont>
      <p:font typeface="Calibri (MS) Bold" charset="1" panose="020F070203040403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5.pn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18.png" Type="http://schemas.openxmlformats.org/officeDocument/2006/relationships/image"/><Relationship Id="rId17" Target="../media/image19.png" Type="http://schemas.openxmlformats.org/officeDocument/2006/relationships/image"/><Relationship Id="rId18" Target="../media/image20.svg" Type="http://schemas.openxmlformats.org/officeDocument/2006/relationships/image"/><Relationship Id="rId19" Target="../media/image21.png" Type="http://schemas.openxmlformats.org/officeDocument/2006/relationships/image"/><Relationship Id="rId2" Target="../media/image6.png" Type="http://schemas.openxmlformats.org/officeDocument/2006/relationships/image"/><Relationship Id="rId20" Target="../media/image22.svg" Type="http://schemas.openxmlformats.org/officeDocument/2006/relationships/image"/><Relationship Id="rId21" Target="../media/image23.png" Type="http://schemas.openxmlformats.org/officeDocument/2006/relationships/image"/><Relationship Id="rId22" Target="../media/image24.svg" Type="http://schemas.openxmlformats.org/officeDocument/2006/relationships/image"/><Relationship Id="rId23" Target="../media/image25.png" Type="http://schemas.openxmlformats.org/officeDocument/2006/relationships/image"/><Relationship Id="rId24" Target="../media/image26.svg" Type="http://schemas.openxmlformats.org/officeDocument/2006/relationships/image"/><Relationship Id="rId25" Target="../media/image27.png" Type="http://schemas.openxmlformats.org/officeDocument/2006/relationships/image"/><Relationship Id="rId26" Target="../media/image28.svg" Type="http://schemas.openxmlformats.org/officeDocument/2006/relationships/image"/><Relationship Id="rId27" Target="../media/image29.png" Type="http://schemas.openxmlformats.org/officeDocument/2006/relationships/image"/><Relationship Id="rId28" Target="../media/image30.sv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13" Target="../media/image38.png" Type="http://schemas.openxmlformats.org/officeDocument/2006/relationships/image"/><Relationship Id="rId14" Target="../media/image39.png" Type="http://schemas.openxmlformats.org/officeDocument/2006/relationships/image"/><Relationship Id="rId15" Target="../media/image40.svg" Type="http://schemas.openxmlformats.org/officeDocument/2006/relationships/image"/><Relationship Id="rId16" Target="../media/image41.png" Type="http://schemas.openxmlformats.org/officeDocument/2006/relationships/image"/><Relationship Id="rId17" Target="../media/image42.png" Type="http://schemas.openxmlformats.org/officeDocument/2006/relationships/image"/><Relationship Id="rId18" Target="../media/image43.svg" Type="http://schemas.openxmlformats.org/officeDocument/2006/relationships/image"/><Relationship Id="rId19" Target="../media/image44.png" Type="http://schemas.openxmlformats.org/officeDocument/2006/relationships/image"/><Relationship Id="rId2" Target="../media/image6.png" Type="http://schemas.openxmlformats.org/officeDocument/2006/relationships/image"/><Relationship Id="rId20" Target="../media/image45.png" Type="http://schemas.openxmlformats.org/officeDocument/2006/relationships/image"/><Relationship Id="rId21" Target="../media/image46.png" Type="http://schemas.openxmlformats.org/officeDocument/2006/relationships/image"/><Relationship Id="rId22" Target="../media/image47.png" Type="http://schemas.openxmlformats.org/officeDocument/2006/relationships/image"/><Relationship Id="rId23" Target="../media/image48.png" Type="http://schemas.openxmlformats.org/officeDocument/2006/relationships/image"/><Relationship Id="rId24" Target="../media/image49.png" Type="http://schemas.openxmlformats.org/officeDocument/2006/relationships/image"/><Relationship Id="rId25" Target="../media/image50.png" Type="http://schemas.openxmlformats.org/officeDocument/2006/relationships/image"/><Relationship Id="rId26" Target="../media/image51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5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59.png" Type="http://schemas.openxmlformats.org/officeDocument/2006/relationships/image"/><Relationship Id="rId13" Target="../media/image60.svg" Type="http://schemas.openxmlformats.org/officeDocument/2006/relationships/image"/><Relationship Id="rId14" Target="../media/image61.png" Type="http://schemas.openxmlformats.org/officeDocument/2006/relationships/image"/><Relationship Id="rId15" Target="../media/image62.svg" Type="http://schemas.openxmlformats.org/officeDocument/2006/relationships/image"/><Relationship Id="rId16" Target="../media/image63.png" Type="http://schemas.openxmlformats.org/officeDocument/2006/relationships/image"/><Relationship Id="rId17" Target="../media/image64.svg" Type="http://schemas.openxmlformats.org/officeDocument/2006/relationships/image"/><Relationship Id="rId18" Target="../media/image65.png" Type="http://schemas.openxmlformats.org/officeDocument/2006/relationships/image"/><Relationship Id="rId19" Target="../media/image66.svg" Type="http://schemas.openxmlformats.org/officeDocument/2006/relationships/image"/><Relationship Id="rId2" Target="../media/image6.png" Type="http://schemas.openxmlformats.org/officeDocument/2006/relationships/image"/><Relationship Id="rId20" Target="../media/image67.png" Type="http://schemas.openxmlformats.org/officeDocument/2006/relationships/image"/><Relationship Id="rId21" Target="../media/image68.svg" Type="http://schemas.openxmlformats.org/officeDocument/2006/relationships/image"/><Relationship Id="rId22" Target="../media/image69.png" Type="http://schemas.openxmlformats.org/officeDocument/2006/relationships/image"/><Relationship Id="rId23" Target="../media/image70.png" Type="http://schemas.openxmlformats.org/officeDocument/2006/relationships/image"/><Relationship Id="rId24" Target="../media/image71.png" Type="http://schemas.openxmlformats.org/officeDocument/2006/relationships/image"/><Relationship Id="rId25" Target="../media/image72.png" Type="http://schemas.openxmlformats.org/officeDocument/2006/relationships/image"/><Relationship Id="rId26" Target="../media/image73.png" Type="http://schemas.openxmlformats.org/officeDocument/2006/relationships/image"/><Relationship Id="rId27" Target="../media/image74.sv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svg" Type="http://schemas.openxmlformats.org/officeDocument/2006/relationships/image"/><Relationship Id="rId11" Target="../media/image80.png" Type="http://schemas.openxmlformats.org/officeDocument/2006/relationships/image"/><Relationship Id="rId12" Target="../media/image81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75.png" Type="http://schemas.openxmlformats.org/officeDocument/2006/relationships/image"/><Relationship Id="rId7" Target="../media/image76.svg" Type="http://schemas.openxmlformats.org/officeDocument/2006/relationships/image"/><Relationship Id="rId8" Target="../media/image77.pn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2.png" Type="http://schemas.openxmlformats.org/officeDocument/2006/relationships/image"/><Relationship Id="rId3" Target="../media/image83.svg" Type="http://schemas.openxmlformats.org/officeDocument/2006/relationships/image"/><Relationship Id="rId4" Target="../media/image84.png" Type="http://schemas.openxmlformats.org/officeDocument/2006/relationships/image"/><Relationship Id="rId5" Target="../media/image85.svg" Type="http://schemas.openxmlformats.org/officeDocument/2006/relationships/image"/><Relationship Id="rId6" Target="../media/image86.png" Type="http://schemas.openxmlformats.org/officeDocument/2006/relationships/image"/><Relationship Id="rId7" Target="../media/image8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70" y="1277282"/>
            <a:ext cx="6957907" cy="7732451"/>
          </a:xfrm>
          <a:custGeom>
            <a:avLst/>
            <a:gdLst/>
            <a:ahLst/>
            <a:cxnLst/>
            <a:rect r="r" b="b" t="t" l="l"/>
            <a:pathLst>
              <a:path h="7732451" w="6957907">
                <a:moveTo>
                  <a:pt x="0" y="0"/>
                </a:moveTo>
                <a:lnTo>
                  <a:pt x="6957907" y="0"/>
                </a:lnTo>
                <a:lnTo>
                  <a:pt x="6957907" y="7732451"/>
                </a:lnTo>
                <a:lnTo>
                  <a:pt x="0" y="7732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3" t="0" r="-2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6" y="2573822"/>
            <a:ext cx="4805268" cy="5139309"/>
            <a:chOff x="0" y="0"/>
            <a:chExt cx="6407024" cy="68524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4675" t="0" r="-74675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6929" y="-804423"/>
            <a:ext cx="15544800" cy="3128962"/>
            <a:chOff x="0" y="0"/>
            <a:chExt cx="20726400" cy="41719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71950"/>
            </a:xfrm>
            <a:custGeom>
              <a:avLst/>
              <a:gdLst/>
              <a:ahLst/>
              <a:cxnLst/>
              <a:rect r="r" b="b" t="t" l="l"/>
              <a:pathLst>
                <a:path h="417195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71950"/>
                  </a:lnTo>
                  <a:lnTo>
                    <a:pt x="0" y="41719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9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2025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33359" y="2229289"/>
            <a:ext cx="10139363" cy="7109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4070" indent="-271357" lvl="2">
              <a:lnSpc>
                <a:spcPts val="5040"/>
              </a:lnSpc>
              <a:buFont typeface="Arial"/>
              <a:buChar char="⚬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: SIH25009</a:t>
            </a:r>
          </a:p>
          <a:p>
            <a:pPr algn="l" marL="814070" indent="-271357" lvl="2">
              <a:lnSpc>
                <a:spcPts val="5040"/>
              </a:lnSpc>
            </a:pPr>
          </a:p>
          <a:p>
            <a:pPr algn="l" marL="814070" indent="-271357" lvl="2">
              <a:lnSpc>
                <a:spcPts val="5040"/>
              </a:lnSpc>
              <a:buFont typeface="Arial"/>
              <a:buChar char="⚬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: Gamified Environmental Education Platform For Schools And Colleges</a:t>
            </a:r>
          </a:p>
          <a:p>
            <a:pPr algn="l" marL="814070" indent="-271357" lvl="2">
              <a:lnSpc>
                <a:spcPts val="5040"/>
              </a:lnSpc>
            </a:pPr>
          </a:p>
          <a:p>
            <a:pPr algn="l" marL="814070" indent="-271357" lvl="2">
              <a:lnSpc>
                <a:spcPts val="5040"/>
              </a:lnSpc>
              <a:buFont typeface="Arial"/>
              <a:buChar char="⚬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: Smart Education</a:t>
            </a:r>
          </a:p>
          <a:p>
            <a:pPr algn="l" marL="814070" indent="-271357" lvl="2">
              <a:lnSpc>
                <a:spcPts val="5040"/>
              </a:lnSpc>
            </a:pPr>
          </a:p>
          <a:p>
            <a:pPr algn="l" marL="814070" indent="-271357" lvl="2">
              <a:lnSpc>
                <a:spcPts val="5040"/>
              </a:lnSpc>
              <a:buFont typeface="Arial"/>
              <a:buChar char="⚬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: Software</a:t>
            </a:r>
          </a:p>
          <a:p>
            <a:pPr algn="l" marL="814070" indent="-271357" lvl="2">
              <a:lnSpc>
                <a:spcPts val="5040"/>
              </a:lnSpc>
            </a:pPr>
          </a:p>
          <a:p>
            <a:pPr algn="l" marL="814070" indent="-271357" lvl="2">
              <a:lnSpc>
                <a:spcPts val="5040"/>
              </a:lnSpc>
              <a:buFont typeface="Arial"/>
              <a:buChar char="⚬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: Tech Legend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762049" y="9446"/>
            <a:ext cx="3313652" cy="1684306"/>
            <a:chOff x="0" y="0"/>
            <a:chExt cx="4418203" cy="2245741"/>
          </a:xfrm>
        </p:grpSpPr>
        <p:sp>
          <p:nvSpPr>
            <p:cNvPr name="Freeform 10" id="10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9532143"/>
            <a:ext cx="18287999" cy="754856"/>
            <a:chOff x="0" y="0"/>
            <a:chExt cx="24383999" cy="10064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7542192" y="9679305"/>
            <a:ext cx="441960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 1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649338" y="583597"/>
            <a:ext cx="4989322" cy="2130616"/>
            <a:chOff x="0" y="0"/>
            <a:chExt cx="6652429" cy="28408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52387" cy="2840863"/>
            </a:xfrm>
            <a:custGeom>
              <a:avLst/>
              <a:gdLst/>
              <a:ahLst/>
              <a:cxnLst/>
              <a:rect r="r" b="b" t="t" l="l"/>
              <a:pathLst>
                <a:path h="2840863" w="6652387">
                  <a:moveTo>
                    <a:pt x="0" y="0"/>
                  </a:moveTo>
                  <a:lnTo>
                    <a:pt x="6652387" y="0"/>
                  </a:lnTo>
                  <a:lnTo>
                    <a:pt x="6652387" y="2840863"/>
                  </a:lnTo>
                  <a:lnTo>
                    <a:pt x="0" y="2840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379" t="0" r="-338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8193" y="242888"/>
            <a:ext cx="2573073" cy="1210627"/>
            <a:chOff x="0" y="0"/>
            <a:chExt cx="3430764" cy="1614169"/>
          </a:xfrm>
        </p:grpSpPr>
        <p:sp>
          <p:nvSpPr>
            <p:cNvPr name="Freeform 3" id="3" descr="Your startup LOGO"/>
            <p:cNvSpPr/>
            <p:nvPr/>
          </p:nvSpPr>
          <p:spPr>
            <a:xfrm flipH="false" flipV="false" rot="0">
              <a:off x="0" y="0"/>
              <a:ext cx="3430778" cy="1614170"/>
            </a:xfrm>
            <a:custGeom>
              <a:avLst/>
              <a:gdLst/>
              <a:ahLst/>
              <a:cxnLst/>
              <a:rect r="r" b="b" t="t" l="l"/>
              <a:pathLst>
                <a:path h="1614170" w="3430778">
                  <a:moveTo>
                    <a:pt x="0" y="807085"/>
                  </a:moveTo>
                  <a:cubicBezTo>
                    <a:pt x="0" y="361315"/>
                    <a:pt x="768096" y="0"/>
                    <a:pt x="1715389" y="0"/>
                  </a:cubicBezTo>
                  <a:cubicBezTo>
                    <a:pt x="2662682" y="0"/>
                    <a:pt x="3430778" y="361315"/>
                    <a:pt x="3430778" y="807085"/>
                  </a:cubicBezTo>
                  <a:cubicBezTo>
                    <a:pt x="3430778" y="1252855"/>
                    <a:pt x="2662682" y="1614170"/>
                    <a:pt x="1715389" y="1614170"/>
                  </a:cubicBezTo>
                  <a:cubicBezTo>
                    <a:pt x="768096" y="1614170"/>
                    <a:pt x="0" y="1252855"/>
                    <a:pt x="0" y="8070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 descr="Your startup LOGO"/>
          <p:cNvSpPr/>
          <p:nvPr/>
        </p:nvSpPr>
        <p:spPr>
          <a:xfrm flipH="false" flipV="false" rot="0">
            <a:off x="255270" y="223838"/>
            <a:ext cx="2618918" cy="1248727"/>
          </a:xfrm>
          <a:custGeom>
            <a:avLst/>
            <a:gdLst/>
            <a:ahLst/>
            <a:cxnLst/>
            <a:rect r="r" b="b" t="t" l="l"/>
            <a:pathLst>
              <a:path h="1248727" w="2618918">
                <a:moveTo>
                  <a:pt x="0" y="0"/>
                </a:moveTo>
                <a:lnTo>
                  <a:pt x="2618918" y="0"/>
                </a:lnTo>
                <a:lnTo>
                  <a:pt x="2618918" y="1248727"/>
                </a:lnTo>
                <a:lnTo>
                  <a:pt x="0" y="1248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55270" y="223838"/>
            <a:ext cx="2618918" cy="1248727"/>
            <a:chOff x="0" y="0"/>
            <a:chExt cx="3491891" cy="16649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91891" cy="1664969"/>
            </a:xfrm>
            <a:custGeom>
              <a:avLst/>
              <a:gdLst/>
              <a:ahLst/>
              <a:cxnLst/>
              <a:rect r="r" b="b" t="t" l="l"/>
              <a:pathLst>
                <a:path h="1664969" w="3491891">
                  <a:moveTo>
                    <a:pt x="0" y="0"/>
                  </a:moveTo>
                  <a:lnTo>
                    <a:pt x="3491891" y="0"/>
                  </a:lnTo>
                  <a:lnTo>
                    <a:pt x="3491891" y="1664969"/>
                  </a:lnTo>
                  <a:lnTo>
                    <a:pt x="0" y="16649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3491891" cy="1664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60"/>
                </a:lnSpc>
              </a:pPr>
              <a:r>
                <a:rPr lang="en-US" sz="2799" b="true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Tech Legend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762049" y="85645"/>
            <a:ext cx="3313652" cy="1684306"/>
            <a:chOff x="0" y="0"/>
            <a:chExt cx="4418203" cy="2245741"/>
          </a:xfrm>
        </p:grpSpPr>
        <p:sp>
          <p:nvSpPr>
            <p:cNvPr name="Freeform 9" id="9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022018" y="5922875"/>
            <a:ext cx="120770" cy="544562"/>
          </a:xfrm>
          <a:custGeom>
            <a:avLst/>
            <a:gdLst/>
            <a:ahLst/>
            <a:cxnLst/>
            <a:rect r="r" b="b" t="t" l="l"/>
            <a:pathLst>
              <a:path h="544562" w="120770">
                <a:moveTo>
                  <a:pt x="0" y="0"/>
                </a:moveTo>
                <a:lnTo>
                  <a:pt x="120770" y="0"/>
                </a:lnTo>
                <a:lnTo>
                  <a:pt x="120770" y="544562"/>
                </a:lnTo>
                <a:lnTo>
                  <a:pt x="0" y="5445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18167" y="3563915"/>
            <a:ext cx="120770" cy="544562"/>
          </a:xfrm>
          <a:custGeom>
            <a:avLst/>
            <a:gdLst/>
            <a:ahLst/>
            <a:cxnLst/>
            <a:rect r="r" b="b" t="t" l="l"/>
            <a:pathLst>
              <a:path h="544562" w="120770">
                <a:moveTo>
                  <a:pt x="0" y="0"/>
                </a:moveTo>
                <a:lnTo>
                  <a:pt x="120770" y="0"/>
                </a:lnTo>
                <a:lnTo>
                  <a:pt x="120770" y="544562"/>
                </a:lnTo>
                <a:lnTo>
                  <a:pt x="0" y="5445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721457" y="8930306"/>
            <a:ext cx="120770" cy="544562"/>
          </a:xfrm>
          <a:custGeom>
            <a:avLst/>
            <a:gdLst/>
            <a:ahLst/>
            <a:cxnLst/>
            <a:rect r="r" b="b" t="t" l="l"/>
            <a:pathLst>
              <a:path h="544562" w="120770">
                <a:moveTo>
                  <a:pt x="0" y="0"/>
                </a:moveTo>
                <a:lnTo>
                  <a:pt x="120770" y="0"/>
                </a:lnTo>
                <a:lnTo>
                  <a:pt x="120770" y="544562"/>
                </a:lnTo>
                <a:lnTo>
                  <a:pt x="0" y="5445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-12700" y="4378620"/>
            <a:ext cx="7361156" cy="1199260"/>
            <a:chOff x="0" y="0"/>
            <a:chExt cx="9814875" cy="15990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814814" cy="1599057"/>
            </a:xfrm>
            <a:custGeom>
              <a:avLst/>
              <a:gdLst/>
              <a:ahLst/>
              <a:cxnLst/>
              <a:rect r="r" b="b" t="t" l="l"/>
              <a:pathLst>
                <a:path h="1599057" w="9814814">
                  <a:moveTo>
                    <a:pt x="0" y="0"/>
                  </a:moveTo>
                  <a:lnTo>
                    <a:pt x="9814814" y="0"/>
                  </a:lnTo>
                  <a:lnTo>
                    <a:pt x="9814814" y="1599057"/>
                  </a:lnTo>
                  <a:lnTo>
                    <a:pt x="0" y="1599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1494" r="0" b="-1149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-21408" y="6302144"/>
            <a:ext cx="7361156" cy="1199260"/>
            <a:chOff x="0" y="0"/>
            <a:chExt cx="9814875" cy="15990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14814" cy="1599057"/>
            </a:xfrm>
            <a:custGeom>
              <a:avLst/>
              <a:gdLst/>
              <a:ahLst/>
              <a:cxnLst/>
              <a:rect r="r" b="b" t="t" l="l"/>
              <a:pathLst>
                <a:path h="1599057" w="9814814">
                  <a:moveTo>
                    <a:pt x="0" y="0"/>
                  </a:moveTo>
                  <a:lnTo>
                    <a:pt x="9814814" y="0"/>
                  </a:lnTo>
                  <a:lnTo>
                    <a:pt x="9814814" y="1599057"/>
                  </a:lnTo>
                  <a:lnTo>
                    <a:pt x="0" y="1599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1494" r="0" b="-1149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0" y="8372472"/>
            <a:ext cx="7339748" cy="1199260"/>
            <a:chOff x="0" y="0"/>
            <a:chExt cx="9786331" cy="15990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86366" cy="1599057"/>
            </a:xfrm>
            <a:custGeom>
              <a:avLst/>
              <a:gdLst/>
              <a:ahLst/>
              <a:cxnLst/>
              <a:rect r="r" b="b" t="t" l="l"/>
              <a:pathLst>
                <a:path h="1599057" w="9786366">
                  <a:moveTo>
                    <a:pt x="0" y="0"/>
                  </a:moveTo>
                  <a:lnTo>
                    <a:pt x="9786366" y="0"/>
                  </a:lnTo>
                  <a:lnTo>
                    <a:pt x="9786366" y="1599057"/>
                  </a:lnTo>
                  <a:lnTo>
                    <a:pt x="0" y="1599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1315" r="0" b="-1131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721457" y="4376212"/>
            <a:ext cx="6561372" cy="1609100"/>
            <a:chOff x="0" y="0"/>
            <a:chExt cx="8748496" cy="21454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748522" cy="2145411"/>
            </a:xfrm>
            <a:custGeom>
              <a:avLst/>
              <a:gdLst/>
              <a:ahLst/>
              <a:cxnLst/>
              <a:rect r="r" b="b" t="t" l="l"/>
              <a:pathLst>
                <a:path h="2145411" w="8748522">
                  <a:moveTo>
                    <a:pt x="0" y="0"/>
                  </a:moveTo>
                  <a:lnTo>
                    <a:pt x="8748522" y="0"/>
                  </a:lnTo>
                  <a:lnTo>
                    <a:pt x="8748522" y="2145411"/>
                  </a:lnTo>
                  <a:lnTo>
                    <a:pt x="0" y="21454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1196" t="0" r="-11195" b="-2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721457" y="6434114"/>
            <a:ext cx="6566543" cy="1609100"/>
            <a:chOff x="0" y="0"/>
            <a:chExt cx="8755391" cy="21454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755380" cy="2145411"/>
            </a:xfrm>
            <a:custGeom>
              <a:avLst/>
              <a:gdLst/>
              <a:ahLst/>
              <a:cxnLst/>
              <a:rect r="r" b="b" t="t" l="l"/>
              <a:pathLst>
                <a:path h="2145411" w="8755380">
                  <a:moveTo>
                    <a:pt x="0" y="0"/>
                  </a:moveTo>
                  <a:lnTo>
                    <a:pt x="8755380" y="0"/>
                  </a:lnTo>
                  <a:lnTo>
                    <a:pt x="8755380" y="2145411"/>
                  </a:lnTo>
                  <a:lnTo>
                    <a:pt x="0" y="21454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1147" t="0" r="-11147" b="-2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0" y="2576878"/>
            <a:ext cx="7122886" cy="1199260"/>
            <a:chOff x="0" y="0"/>
            <a:chExt cx="9497181" cy="159901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497187" cy="1599057"/>
            </a:xfrm>
            <a:custGeom>
              <a:avLst/>
              <a:gdLst/>
              <a:ahLst/>
              <a:cxnLst/>
              <a:rect r="r" b="b" t="t" l="l"/>
              <a:pathLst>
                <a:path h="1599057" w="9497187">
                  <a:moveTo>
                    <a:pt x="0" y="0"/>
                  </a:moveTo>
                  <a:lnTo>
                    <a:pt x="9497187" y="0"/>
                  </a:lnTo>
                  <a:lnTo>
                    <a:pt x="9497187" y="1599057"/>
                  </a:lnTo>
                  <a:lnTo>
                    <a:pt x="0" y="1599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9503" r="0" b="-9501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73136" y="2827590"/>
            <a:ext cx="754076" cy="697834"/>
          </a:xfrm>
          <a:custGeom>
            <a:avLst/>
            <a:gdLst/>
            <a:ahLst/>
            <a:cxnLst/>
            <a:rect r="r" b="b" t="t" l="l"/>
            <a:pathLst>
              <a:path h="697834" w="754076">
                <a:moveTo>
                  <a:pt x="0" y="0"/>
                </a:moveTo>
                <a:lnTo>
                  <a:pt x="754076" y="0"/>
                </a:lnTo>
                <a:lnTo>
                  <a:pt x="754076" y="697834"/>
                </a:lnTo>
                <a:lnTo>
                  <a:pt x="0" y="6978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2" t="0" r="-22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1550113" y="2576878"/>
            <a:ext cx="6737887" cy="1199260"/>
            <a:chOff x="0" y="0"/>
            <a:chExt cx="8983849" cy="159901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83853" cy="1599057"/>
            </a:xfrm>
            <a:custGeom>
              <a:avLst/>
              <a:gdLst/>
              <a:ahLst/>
              <a:cxnLst/>
              <a:rect r="r" b="b" t="t" l="l"/>
              <a:pathLst>
                <a:path h="1599057" w="8983853">
                  <a:moveTo>
                    <a:pt x="0" y="0"/>
                  </a:moveTo>
                  <a:lnTo>
                    <a:pt x="8983853" y="0"/>
                  </a:lnTo>
                  <a:lnTo>
                    <a:pt x="8983853" y="1599057"/>
                  </a:lnTo>
                  <a:lnTo>
                    <a:pt x="0" y="1599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6287" r="0" b="-6285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1668042" y="2824356"/>
            <a:ext cx="754076" cy="697834"/>
          </a:xfrm>
          <a:custGeom>
            <a:avLst/>
            <a:gdLst/>
            <a:ahLst/>
            <a:cxnLst/>
            <a:rect r="r" b="b" t="t" l="l"/>
            <a:pathLst>
              <a:path h="697834" w="754076">
                <a:moveTo>
                  <a:pt x="0" y="0"/>
                </a:moveTo>
                <a:lnTo>
                  <a:pt x="754076" y="0"/>
                </a:lnTo>
                <a:lnTo>
                  <a:pt x="754076" y="697834"/>
                </a:lnTo>
                <a:lnTo>
                  <a:pt x="0" y="6978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2" t="0" r="-22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6081418" y="-650522"/>
            <a:ext cx="6252730" cy="2501092"/>
            <a:chOff x="0" y="0"/>
            <a:chExt cx="8336973" cy="333478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336915" cy="3334766"/>
            </a:xfrm>
            <a:custGeom>
              <a:avLst/>
              <a:gdLst/>
              <a:ahLst/>
              <a:cxnLst/>
              <a:rect r="r" b="b" t="t" l="l"/>
              <a:pathLst>
                <a:path h="3334766" w="8336915">
                  <a:moveTo>
                    <a:pt x="0" y="0"/>
                  </a:moveTo>
                  <a:lnTo>
                    <a:pt x="8336915" y="0"/>
                  </a:lnTo>
                  <a:lnTo>
                    <a:pt x="8336915" y="3334766"/>
                  </a:lnTo>
                  <a:lnTo>
                    <a:pt x="0" y="3334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7669227" y="2612622"/>
            <a:ext cx="3302600" cy="6743711"/>
          </a:xfrm>
          <a:custGeom>
            <a:avLst/>
            <a:gdLst/>
            <a:ahLst/>
            <a:cxnLst/>
            <a:rect r="r" b="b" t="t" l="l"/>
            <a:pathLst>
              <a:path h="6743711" w="3302600">
                <a:moveTo>
                  <a:pt x="0" y="0"/>
                </a:moveTo>
                <a:lnTo>
                  <a:pt x="3302599" y="0"/>
                </a:lnTo>
                <a:lnTo>
                  <a:pt x="3302599" y="6743712"/>
                </a:lnTo>
                <a:lnTo>
                  <a:pt x="0" y="67437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7842784" y="2784511"/>
            <a:ext cx="2958822" cy="6408278"/>
            <a:chOff x="0" y="0"/>
            <a:chExt cx="3945097" cy="85443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45128" cy="8544433"/>
            </a:xfrm>
            <a:custGeom>
              <a:avLst/>
              <a:gdLst/>
              <a:ahLst/>
              <a:cxnLst/>
              <a:rect r="r" b="b" t="t" l="l"/>
              <a:pathLst>
                <a:path h="8544433" w="3945128">
                  <a:moveTo>
                    <a:pt x="3575685" y="0"/>
                  </a:moveTo>
                  <a:lnTo>
                    <a:pt x="3099562" y="0"/>
                  </a:lnTo>
                  <a:lnTo>
                    <a:pt x="3099562" y="100076"/>
                  </a:lnTo>
                  <a:cubicBezTo>
                    <a:pt x="3099562" y="213614"/>
                    <a:pt x="3006090" y="306959"/>
                    <a:pt x="2892679" y="306959"/>
                  </a:cubicBezTo>
                  <a:lnTo>
                    <a:pt x="1054735" y="306959"/>
                  </a:lnTo>
                  <a:cubicBezTo>
                    <a:pt x="941197" y="306959"/>
                    <a:pt x="847852" y="213487"/>
                    <a:pt x="847852" y="100076"/>
                  </a:cubicBezTo>
                  <a:lnTo>
                    <a:pt x="847852" y="0"/>
                  </a:lnTo>
                  <a:lnTo>
                    <a:pt x="367157" y="0"/>
                  </a:lnTo>
                  <a:cubicBezTo>
                    <a:pt x="164719" y="0"/>
                    <a:pt x="0" y="164719"/>
                    <a:pt x="0" y="367157"/>
                  </a:cubicBezTo>
                  <a:lnTo>
                    <a:pt x="0" y="8177276"/>
                  </a:lnTo>
                  <a:cubicBezTo>
                    <a:pt x="0" y="8379714"/>
                    <a:pt x="164719" y="8544433"/>
                    <a:pt x="367157" y="8544433"/>
                  </a:cubicBezTo>
                  <a:lnTo>
                    <a:pt x="3575685" y="8544433"/>
                  </a:lnTo>
                  <a:cubicBezTo>
                    <a:pt x="3778123" y="8544433"/>
                    <a:pt x="3942842" y="8379714"/>
                    <a:pt x="3942842" y="8177276"/>
                  </a:cubicBezTo>
                  <a:lnTo>
                    <a:pt x="3942842" y="367157"/>
                  </a:lnTo>
                  <a:cubicBezTo>
                    <a:pt x="3945128" y="164719"/>
                    <a:pt x="3780409" y="0"/>
                    <a:pt x="3575685" y="0"/>
                  </a:cubicBezTo>
                  <a:close/>
                </a:path>
              </a:pathLst>
            </a:custGeom>
            <a:blipFill>
              <a:blip r:embed="rId16"/>
              <a:stretch>
                <a:fillRect l="0" t="-2150" r="-56" b="-2149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072706" y="2839582"/>
            <a:ext cx="457257" cy="56740"/>
            <a:chOff x="0" y="0"/>
            <a:chExt cx="609677" cy="7565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9727" cy="75692"/>
            </a:xfrm>
            <a:custGeom>
              <a:avLst/>
              <a:gdLst/>
              <a:ahLst/>
              <a:cxnLst/>
              <a:rect r="r" b="b" t="t" l="l"/>
              <a:pathLst>
                <a:path h="75692" w="609727">
                  <a:moveTo>
                    <a:pt x="571881" y="0"/>
                  </a:moveTo>
                  <a:lnTo>
                    <a:pt x="37846" y="0"/>
                  </a:lnTo>
                  <a:cubicBezTo>
                    <a:pt x="17780" y="0"/>
                    <a:pt x="0" y="15621"/>
                    <a:pt x="0" y="37846"/>
                  </a:cubicBezTo>
                  <a:cubicBezTo>
                    <a:pt x="0" y="60071"/>
                    <a:pt x="17780" y="75692"/>
                    <a:pt x="37846" y="75692"/>
                  </a:cubicBezTo>
                  <a:lnTo>
                    <a:pt x="571881" y="75692"/>
                  </a:lnTo>
                  <a:cubicBezTo>
                    <a:pt x="591947" y="75692"/>
                    <a:pt x="609727" y="60071"/>
                    <a:pt x="609727" y="37846"/>
                  </a:cubicBezTo>
                  <a:cubicBezTo>
                    <a:pt x="609727" y="15621"/>
                    <a:pt x="591820" y="0"/>
                    <a:pt x="571881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673091" y="2826165"/>
            <a:ext cx="87562" cy="83575"/>
            <a:chOff x="0" y="0"/>
            <a:chExt cx="116749" cy="11143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6840" cy="111506"/>
            </a:xfrm>
            <a:custGeom>
              <a:avLst/>
              <a:gdLst/>
              <a:ahLst/>
              <a:cxnLst/>
              <a:rect r="r" b="b" t="t" l="l"/>
              <a:pathLst>
                <a:path h="111506" w="116840">
                  <a:moveTo>
                    <a:pt x="58420" y="127"/>
                  </a:moveTo>
                  <a:cubicBezTo>
                    <a:pt x="38481" y="0"/>
                    <a:pt x="19939" y="10541"/>
                    <a:pt x="10033" y="27813"/>
                  </a:cubicBezTo>
                  <a:cubicBezTo>
                    <a:pt x="127" y="45085"/>
                    <a:pt x="0" y="66294"/>
                    <a:pt x="10033" y="83566"/>
                  </a:cubicBezTo>
                  <a:cubicBezTo>
                    <a:pt x="20066" y="100838"/>
                    <a:pt x="38481" y="111379"/>
                    <a:pt x="58420" y="111379"/>
                  </a:cubicBezTo>
                  <a:cubicBezTo>
                    <a:pt x="78359" y="111506"/>
                    <a:pt x="96774" y="100838"/>
                    <a:pt x="106807" y="83693"/>
                  </a:cubicBezTo>
                  <a:cubicBezTo>
                    <a:pt x="116840" y="66548"/>
                    <a:pt x="116840" y="45212"/>
                    <a:pt x="106807" y="27940"/>
                  </a:cubicBezTo>
                  <a:cubicBezTo>
                    <a:pt x="96774" y="10668"/>
                    <a:pt x="78359" y="0"/>
                    <a:pt x="58420" y="127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599136" y="3480410"/>
            <a:ext cx="36714" cy="280362"/>
            <a:chOff x="0" y="0"/>
            <a:chExt cx="48952" cy="3738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895" cy="373761"/>
            </a:xfrm>
            <a:custGeom>
              <a:avLst/>
              <a:gdLst/>
              <a:ahLst/>
              <a:cxnLst/>
              <a:rect r="r" b="b" t="t" l="l"/>
              <a:pathLst>
                <a:path h="373761" w="48895">
                  <a:moveTo>
                    <a:pt x="0" y="46736"/>
                  </a:moveTo>
                  <a:lnTo>
                    <a:pt x="0" y="324866"/>
                  </a:lnTo>
                  <a:cubicBezTo>
                    <a:pt x="0" y="351536"/>
                    <a:pt x="22225" y="373761"/>
                    <a:pt x="48895" y="373761"/>
                  </a:cubicBezTo>
                  <a:lnTo>
                    <a:pt x="48895" y="0"/>
                  </a:lnTo>
                  <a:cubicBezTo>
                    <a:pt x="22225" y="0"/>
                    <a:pt x="0" y="20066"/>
                    <a:pt x="0" y="46736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599136" y="3969375"/>
            <a:ext cx="36714" cy="505653"/>
            <a:chOff x="0" y="0"/>
            <a:chExt cx="48952" cy="6742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8895" cy="674116"/>
            </a:xfrm>
            <a:custGeom>
              <a:avLst/>
              <a:gdLst/>
              <a:ahLst/>
              <a:cxnLst/>
              <a:rect r="r" b="b" t="t" l="l"/>
              <a:pathLst>
                <a:path h="674116" w="48895">
                  <a:moveTo>
                    <a:pt x="0" y="46736"/>
                  </a:moveTo>
                  <a:lnTo>
                    <a:pt x="0" y="625221"/>
                  </a:lnTo>
                  <a:cubicBezTo>
                    <a:pt x="0" y="651891"/>
                    <a:pt x="22225" y="674116"/>
                    <a:pt x="48895" y="674116"/>
                  </a:cubicBezTo>
                  <a:lnTo>
                    <a:pt x="48895" y="0"/>
                  </a:lnTo>
                  <a:cubicBezTo>
                    <a:pt x="22225" y="0"/>
                    <a:pt x="0" y="20066"/>
                    <a:pt x="0" y="46736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599136" y="4585171"/>
            <a:ext cx="36714" cy="507322"/>
            <a:chOff x="0" y="0"/>
            <a:chExt cx="48952" cy="67642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895" cy="676402"/>
            </a:xfrm>
            <a:custGeom>
              <a:avLst/>
              <a:gdLst/>
              <a:ahLst/>
              <a:cxnLst/>
              <a:rect r="r" b="b" t="t" l="l"/>
              <a:pathLst>
                <a:path h="676402" w="48895">
                  <a:moveTo>
                    <a:pt x="0" y="48895"/>
                  </a:moveTo>
                  <a:lnTo>
                    <a:pt x="0" y="627507"/>
                  </a:lnTo>
                  <a:cubicBezTo>
                    <a:pt x="0" y="654177"/>
                    <a:pt x="22225" y="676402"/>
                    <a:pt x="48895" y="676402"/>
                  </a:cubicBezTo>
                  <a:lnTo>
                    <a:pt x="48895" y="0"/>
                  </a:lnTo>
                  <a:cubicBezTo>
                    <a:pt x="22225" y="0"/>
                    <a:pt x="0" y="22225"/>
                    <a:pt x="0" y="48895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005203" y="4136257"/>
            <a:ext cx="36714" cy="812717"/>
            <a:chOff x="0" y="0"/>
            <a:chExt cx="48952" cy="108362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895" cy="1083564"/>
            </a:xfrm>
            <a:custGeom>
              <a:avLst/>
              <a:gdLst/>
              <a:ahLst/>
              <a:cxnLst/>
              <a:rect r="r" b="b" t="t" l="l"/>
              <a:pathLst>
                <a:path h="1083564" w="48895">
                  <a:moveTo>
                    <a:pt x="0" y="0"/>
                  </a:moveTo>
                  <a:lnTo>
                    <a:pt x="0" y="1083564"/>
                  </a:lnTo>
                  <a:cubicBezTo>
                    <a:pt x="26670" y="1083564"/>
                    <a:pt x="48895" y="1061339"/>
                    <a:pt x="48895" y="1034669"/>
                  </a:cubicBezTo>
                  <a:lnTo>
                    <a:pt x="48895" y="48895"/>
                  </a:lnTo>
                  <a:cubicBezTo>
                    <a:pt x="48895" y="22225"/>
                    <a:pt x="2667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7635850" y="2579246"/>
            <a:ext cx="3369353" cy="6810464"/>
          </a:xfrm>
          <a:custGeom>
            <a:avLst/>
            <a:gdLst/>
            <a:ahLst/>
            <a:cxnLst/>
            <a:rect r="r" b="b" t="t" l="l"/>
            <a:pathLst>
              <a:path h="6810464" w="3369353">
                <a:moveTo>
                  <a:pt x="0" y="0"/>
                </a:moveTo>
                <a:lnTo>
                  <a:pt x="3369353" y="0"/>
                </a:lnTo>
                <a:lnTo>
                  <a:pt x="3369353" y="6810464"/>
                </a:lnTo>
                <a:lnTo>
                  <a:pt x="0" y="681046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5171" y="4745088"/>
            <a:ext cx="628864" cy="491482"/>
          </a:xfrm>
          <a:custGeom>
            <a:avLst/>
            <a:gdLst/>
            <a:ahLst/>
            <a:cxnLst/>
            <a:rect r="r" b="b" t="t" l="l"/>
            <a:pathLst>
              <a:path h="491482" w="628864">
                <a:moveTo>
                  <a:pt x="0" y="0"/>
                </a:moveTo>
                <a:lnTo>
                  <a:pt x="628864" y="0"/>
                </a:lnTo>
                <a:lnTo>
                  <a:pt x="628864" y="491482"/>
                </a:lnTo>
                <a:lnTo>
                  <a:pt x="0" y="49148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-1562" r="0" b="-1562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1346505">
            <a:off x="96914" y="6570318"/>
            <a:ext cx="384665" cy="676270"/>
          </a:xfrm>
          <a:custGeom>
            <a:avLst/>
            <a:gdLst/>
            <a:ahLst/>
            <a:cxnLst/>
            <a:rect r="r" b="b" t="t" l="l"/>
            <a:pathLst>
              <a:path h="676270" w="384665">
                <a:moveTo>
                  <a:pt x="0" y="0"/>
                </a:moveTo>
                <a:lnTo>
                  <a:pt x="384665" y="0"/>
                </a:lnTo>
                <a:lnTo>
                  <a:pt x="384665" y="676270"/>
                </a:lnTo>
                <a:lnTo>
                  <a:pt x="0" y="67627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14380" t="0" r="-1438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5473380">
            <a:off x="-20665" y="8759785"/>
            <a:ext cx="476026" cy="424632"/>
          </a:xfrm>
          <a:custGeom>
            <a:avLst/>
            <a:gdLst/>
            <a:ahLst/>
            <a:cxnLst/>
            <a:rect r="r" b="b" t="t" l="l"/>
            <a:pathLst>
              <a:path h="424632" w="476026">
                <a:moveTo>
                  <a:pt x="0" y="0"/>
                </a:moveTo>
                <a:lnTo>
                  <a:pt x="476026" y="0"/>
                </a:lnTo>
                <a:lnTo>
                  <a:pt x="476026" y="424632"/>
                </a:lnTo>
                <a:lnTo>
                  <a:pt x="0" y="42463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-7486" t="0" r="-7486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1479029">
            <a:off x="11781841" y="4835744"/>
            <a:ext cx="831073" cy="742136"/>
          </a:xfrm>
          <a:custGeom>
            <a:avLst/>
            <a:gdLst/>
            <a:ahLst/>
            <a:cxnLst/>
            <a:rect r="r" b="b" t="t" l="l"/>
            <a:pathLst>
              <a:path h="742136" w="831073">
                <a:moveTo>
                  <a:pt x="0" y="0"/>
                </a:moveTo>
                <a:lnTo>
                  <a:pt x="831073" y="0"/>
                </a:lnTo>
                <a:lnTo>
                  <a:pt x="831073" y="742136"/>
                </a:lnTo>
                <a:lnTo>
                  <a:pt x="0" y="74213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-12966" t="0" r="-12966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1781841" y="6756914"/>
            <a:ext cx="711848" cy="744490"/>
          </a:xfrm>
          <a:custGeom>
            <a:avLst/>
            <a:gdLst/>
            <a:ahLst/>
            <a:cxnLst/>
            <a:rect r="r" b="b" t="t" l="l"/>
            <a:pathLst>
              <a:path h="744490" w="711848">
                <a:moveTo>
                  <a:pt x="0" y="0"/>
                </a:moveTo>
                <a:lnTo>
                  <a:pt x="711848" y="0"/>
                </a:lnTo>
                <a:lnTo>
                  <a:pt x="711848" y="744490"/>
                </a:lnTo>
                <a:lnTo>
                  <a:pt x="0" y="74449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-3616" t="0" r="-3616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12612914" y="4217777"/>
            <a:ext cx="5741581" cy="170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 app that Teaches Eco-Friendly </a:t>
            </a:r>
          </a:p>
          <a:p>
            <a:pPr algn="l">
              <a:lnSpc>
                <a:spcPts val="4200"/>
              </a:lnSpc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Habits through Fun Games and </a:t>
            </a:r>
          </a:p>
          <a:p>
            <a:pPr algn="l">
              <a:lnSpc>
                <a:spcPts val="4200"/>
              </a:lnSpc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Real-World Tasks.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90253" y="4533738"/>
            <a:ext cx="6938233" cy="62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Education is Theoretical, Not Practical.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34035" y="6468373"/>
            <a:ext cx="6220820" cy="62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Path for Local, Real-World Action.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35924" y="8537007"/>
            <a:ext cx="7361156" cy="62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Fails to Engage Students or Build Habits.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527065" y="6291239"/>
            <a:ext cx="6445774" cy="224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Students earn points and compete</a:t>
            </a:r>
          </a:p>
          <a:p>
            <a:pPr algn="l">
              <a:lnSpc>
                <a:spcPts val="4200"/>
              </a:lnSpc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school-level challenges for   rewards.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57" id="57"/>
          <p:cNvSpPr txBox="true"/>
          <p:nvPr/>
        </p:nvSpPr>
        <p:spPr>
          <a:xfrm rot="0">
            <a:off x="-10704" y="1505194"/>
            <a:ext cx="18309408" cy="849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Bridging the Gap Between Knowing and Doing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91134" y="2545272"/>
            <a:ext cx="4774637" cy="94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0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The Problem :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638937" y="2548714"/>
            <a:ext cx="5256282" cy="94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0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The Solution 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8193" y="242888"/>
            <a:ext cx="2573073" cy="1210627"/>
            <a:chOff x="0" y="0"/>
            <a:chExt cx="3430764" cy="1614169"/>
          </a:xfrm>
        </p:grpSpPr>
        <p:sp>
          <p:nvSpPr>
            <p:cNvPr name="Freeform 3" id="3" descr="Your startup LOGO"/>
            <p:cNvSpPr/>
            <p:nvPr/>
          </p:nvSpPr>
          <p:spPr>
            <a:xfrm flipH="false" flipV="false" rot="0">
              <a:off x="0" y="0"/>
              <a:ext cx="3430778" cy="1614170"/>
            </a:xfrm>
            <a:custGeom>
              <a:avLst/>
              <a:gdLst/>
              <a:ahLst/>
              <a:cxnLst/>
              <a:rect r="r" b="b" t="t" l="l"/>
              <a:pathLst>
                <a:path h="1614170" w="3430778">
                  <a:moveTo>
                    <a:pt x="0" y="807085"/>
                  </a:moveTo>
                  <a:cubicBezTo>
                    <a:pt x="0" y="361315"/>
                    <a:pt x="768096" y="0"/>
                    <a:pt x="1715389" y="0"/>
                  </a:cubicBezTo>
                  <a:cubicBezTo>
                    <a:pt x="2662682" y="0"/>
                    <a:pt x="3430778" y="361315"/>
                    <a:pt x="3430778" y="807085"/>
                  </a:cubicBezTo>
                  <a:cubicBezTo>
                    <a:pt x="3430778" y="1252855"/>
                    <a:pt x="2662682" y="1614170"/>
                    <a:pt x="1715389" y="1614170"/>
                  </a:cubicBezTo>
                  <a:cubicBezTo>
                    <a:pt x="768096" y="1614170"/>
                    <a:pt x="0" y="1252855"/>
                    <a:pt x="0" y="8070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 descr="Your startup LOGO"/>
          <p:cNvSpPr/>
          <p:nvPr/>
        </p:nvSpPr>
        <p:spPr>
          <a:xfrm flipH="false" flipV="false" rot="0">
            <a:off x="255270" y="223838"/>
            <a:ext cx="2618918" cy="1248727"/>
          </a:xfrm>
          <a:custGeom>
            <a:avLst/>
            <a:gdLst/>
            <a:ahLst/>
            <a:cxnLst/>
            <a:rect r="r" b="b" t="t" l="l"/>
            <a:pathLst>
              <a:path h="1248727" w="2618918">
                <a:moveTo>
                  <a:pt x="0" y="0"/>
                </a:moveTo>
                <a:lnTo>
                  <a:pt x="2618918" y="0"/>
                </a:lnTo>
                <a:lnTo>
                  <a:pt x="2618918" y="1248727"/>
                </a:lnTo>
                <a:lnTo>
                  <a:pt x="0" y="1248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55270" y="223838"/>
            <a:ext cx="2618918" cy="1248727"/>
            <a:chOff x="0" y="0"/>
            <a:chExt cx="3491891" cy="16649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91891" cy="1664969"/>
            </a:xfrm>
            <a:custGeom>
              <a:avLst/>
              <a:gdLst/>
              <a:ahLst/>
              <a:cxnLst/>
              <a:rect r="r" b="b" t="t" l="l"/>
              <a:pathLst>
                <a:path h="1664969" w="3491891">
                  <a:moveTo>
                    <a:pt x="0" y="0"/>
                  </a:moveTo>
                  <a:lnTo>
                    <a:pt x="3491891" y="0"/>
                  </a:lnTo>
                  <a:lnTo>
                    <a:pt x="3491891" y="1664969"/>
                  </a:lnTo>
                  <a:lnTo>
                    <a:pt x="0" y="16649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3491891" cy="1664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60"/>
                </a:lnSpc>
              </a:pPr>
              <a:r>
                <a:rPr lang="en-US" sz="2799" b="true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Tech Legend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762049" y="85645"/>
            <a:ext cx="3313652" cy="1684306"/>
            <a:chOff x="0" y="0"/>
            <a:chExt cx="4418203" cy="2245741"/>
          </a:xfrm>
        </p:grpSpPr>
        <p:sp>
          <p:nvSpPr>
            <p:cNvPr name="Freeform 9" id="9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81418" y="-650522"/>
            <a:ext cx="6252730" cy="2501092"/>
            <a:chOff x="0" y="0"/>
            <a:chExt cx="8336973" cy="33347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36915" cy="3334766"/>
            </a:xfrm>
            <a:custGeom>
              <a:avLst/>
              <a:gdLst/>
              <a:ahLst/>
              <a:cxnLst/>
              <a:rect r="r" b="b" t="t" l="l"/>
              <a:pathLst>
                <a:path h="3334766" w="8336915">
                  <a:moveTo>
                    <a:pt x="0" y="0"/>
                  </a:moveTo>
                  <a:lnTo>
                    <a:pt x="8336915" y="0"/>
                  </a:lnTo>
                  <a:lnTo>
                    <a:pt x="8336915" y="3334766"/>
                  </a:lnTo>
                  <a:lnTo>
                    <a:pt x="0" y="3334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109974" y="1315899"/>
            <a:ext cx="10075366" cy="164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Built on a Modern &amp; Scalable Architecture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55270" y="2157225"/>
            <a:ext cx="17820459" cy="8129775"/>
          </a:xfrm>
          <a:custGeom>
            <a:avLst/>
            <a:gdLst/>
            <a:ahLst/>
            <a:cxnLst/>
            <a:rect r="r" b="b" t="t" l="l"/>
            <a:pathLst>
              <a:path h="8129775" w="17820459">
                <a:moveTo>
                  <a:pt x="0" y="0"/>
                </a:moveTo>
                <a:lnTo>
                  <a:pt x="17820459" y="0"/>
                </a:lnTo>
                <a:lnTo>
                  <a:pt x="17820459" y="8129775"/>
                </a:lnTo>
                <a:lnTo>
                  <a:pt x="0" y="81297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186824" y="3957148"/>
            <a:ext cx="9888905" cy="6032232"/>
            <a:chOff x="0" y="0"/>
            <a:chExt cx="13185207" cy="80429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185267" cy="8043037"/>
            </a:xfrm>
            <a:custGeom>
              <a:avLst/>
              <a:gdLst/>
              <a:ahLst/>
              <a:cxnLst/>
              <a:rect r="r" b="b" t="t" l="l"/>
              <a:pathLst>
                <a:path h="8043037" w="13185267">
                  <a:moveTo>
                    <a:pt x="0" y="0"/>
                  </a:moveTo>
                  <a:lnTo>
                    <a:pt x="13185267" y="0"/>
                  </a:lnTo>
                  <a:lnTo>
                    <a:pt x="13185267" y="8043037"/>
                  </a:lnTo>
                  <a:lnTo>
                    <a:pt x="0" y="8043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60" r="0" b="-5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922308" y="3102476"/>
            <a:ext cx="47625" cy="6910717"/>
            <a:chOff x="0" y="0"/>
            <a:chExt cx="63500" cy="92142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31750"/>
              <a:ext cx="63500" cy="9150731"/>
            </a:xfrm>
            <a:custGeom>
              <a:avLst/>
              <a:gdLst/>
              <a:ahLst/>
              <a:cxnLst/>
              <a:rect r="r" b="b" t="t" l="l"/>
              <a:pathLst>
                <a:path h="9150731" w="63500">
                  <a:moveTo>
                    <a:pt x="0" y="9150731"/>
                  </a:moveTo>
                  <a:lnTo>
                    <a:pt x="0" y="0"/>
                  </a:lnTo>
                  <a:lnTo>
                    <a:pt x="63500" y="0"/>
                  </a:lnTo>
                  <a:lnTo>
                    <a:pt x="63500" y="9150731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541596" y="2520924"/>
            <a:ext cx="6880600" cy="88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High-Level Architecture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28700" y="2688958"/>
            <a:ext cx="815236" cy="728617"/>
          </a:xfrm>
          <a:custGeom>
            <a:avLst/>
            <a:gdLst/>
            <a:ahLst/>
            <a:cxnLst/>
            <a:rect r="r" b="b" t="t" l="l"/>
            <a:pathLst>
              <a:path h="728617" w="815236">
                <a:moveTo>
                  <a:pt x="0" y="0"/>
                </a:moveTo>
                <a:lnTo>
                  <a:pt x="815236" y="0"/>
                </a:lnTo>
                <a:lnTo>
                  <a:pt x="815236" y="728617"/>
                </a:lnTo>
                <a:lnTo>
                  <a:pt x="0" y="7286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89" r="0" b="-8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50946" y="2520925"/>
            <a:ext cx="6196891" cy="88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Our Technology Stack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147657" y="2745962"/>
            <a:ext cx="669934" cy="671613"/>
          </a:xfrm>
          <a:custGeom>
            <a:avLst/>
            <a:gdLst/>
            <a:ahLst/>
            <a:cxnLst/>
            <a:rect r="r" b="b" t="t" l="l"/>
            <a:pathLst>
              <a:path h="671613" w="669934">
                <a:moveTo>
                  <a:pt x="0" y="0"/>
                </a:moveTo>
                <a:lnTo>
                  <a:pt x="669934" y="0"/>
                </a:lnTo>
                <a:lnTo>
                  <a:pt x="669934" y="671613"/>
                </a:lnTo>
                <a:lnTo>
                  <a:pt x="0" y="6716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25" t="0" r="-125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662827" y="5132378"/>
            <a:ext cx="793473" cy="41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b="true" sz="1735" spc="5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 JS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073944" y="4646153"/>
            <a:ext cx="1948604" cy="623004"/>
            <a:chOff x="0" y="0"/>
            <a:chExt cx="2598139" cy="8306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98166" cy="830707"/>
            </a:xfrm>
            <a:custGeom>
              <a:avLst/>
              <a:gdLst/>
              <a:ahLst/>
              <a:cxnLst/>
              <a:rect r="r" b="b" t="t" l="l"/>
              <a:pathLst>
                <a:path h="830707" w="2598166">
                  <a:moveTo>
                    <a:pt x="0" y="0"/>
                  </a:moveTo>
                  <a:lnTo>
                    <a:pt x="2598166" y="0"/>
                  </a:lnTo>
                  <a:lnTo>
                    <a:pt x="2598166" y="830707"/>
                  </a:lnTo>
                  <a:lnTo>
                    <a:pt x="0" y="830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10" r="1" b="-105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2570388" y="4371243"/>
            <a:ext cx="978351" cy="913535"/>
          </a:xfrm>
          <a:custGeom>
            <a:avLst/>
            <a:gdLst/>
            <a:ahLst/>
            <a:cxnLst/>
            <a:rect r="r" b="b" t="t" l="l"/>
            <a:pathLst>
              <a:path h="913535" w="978351">
                <a:moveTo>
                  <a:pt x="0" y="0"/>
                </a:moveTo>
                <a:lnTo>
                  <a:pt x="978351" y="0"/>
                </a:lnTo>
                <a:lnTo>
                  <a:pt x="978351" y="913535"/>
                </a:lnTo>
                <a:lnTo>
                  <a:pt x="0" y="91353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91" t="0" r="-91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2428875" y="5814337"/>
            <a:ext cx="1645069" cy="1158927"/>
            <a:chOff x="0" y="0"/>
            <a:chExt cx="2193425" cy="15452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3417" cy="1545209"/>
            </a:xfrm>
            <a:custGeom>
              <a:avLst/>
              <a:gdLst/>
              <a:ahLst/>
              <a:cxnLst/>
              <a:rect r="r" b="b" t="t" l="l"/>
              <a:pathLst>
                <a:path h="1545209" w="2193417">
                  <a:moveTo>
                    <a:pt x="0" y="0"/>
                  </a:moveTo>
                  <a:lnTo>
                    <a:pt x="2193417" y="0"/>
                  </a:lnTo>
                  <a:lnTo>
                    <a:pt x="2193417" y="1545209"/>
                  </a:lnTo>
                  <a:lnTo>
                    <a:pt x="0" y="15452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117" r="0" b="-119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264381" y="5619116"/>
            <a:ext cx="1594781" cy="837985"/>
          </a:xfrm>
          <a:custGeom>
            <a:avLst/>
            <a:gdLst/>
            <a:ahLst/>
            <a:cxnLst/>
            <a:rect r="r" b="b" t="t" l="l"/>
            <a:pathLst>
              <a:path h="837985" w="1594781">
                <a:moveTo>
                  <a:pt x="0" y="0"/>
                </a:moveTo>
                <a:lnTo>
                  <a:pt x="1594781" y="0"/>
                </a:lnTo>
                <a:lnTo>
                  <a:pt x="1594781" y="837985"/>
                </a:lnTo>
                <a:lnTo>
                  <a:pt x="0" y="83798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976" r="0" b="-976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6093802" y="5688947"/>
            <a:ext cx="1757251" cy="869839"/>
            <a:chOff x="0" y="0"/>
            <a:chExt cx="2343001" cy="115978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43023" cy="1159764"/>
            </a:xfrm>
            <a:custGeom>
              <a:avLst/>
              <a:gdLst/>
              <a:ahLst/>
              <a:cxnLst/>
              <a:rect r="r" b="b" t="t" l="l"/>
              <a:pathLst>
                <a:path h="1159764" w="2343023">
                  <a:moveTo>
                    <a:pt x="0" y="0"/>
                  </a:moveTo>
                  <a:lnTo>
                    <a:pt x="2343023" y="0"/>
                  </a:lnTo>
                  <a:lnTo>
                    <a:pt x="2343023" y="1159764"/>
                  </a:lnTo>
                  <a:lnTo>
                    <a:pt x="0" y="1159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198" r="0" b="-20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613277" y="7259190"/>
            <a:ext cx="1460667" cy="850927"/>
            <a:chOff x="0" y="0"/>
            <a:chExt cx="1947556" cy="113456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475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947545">
                  <a:moveTo>
                    <a:pt x="0" y="0"/>
                  </a:moveTo>
                  <a:lnTo>
                    <a:pt x="1947545" y="0"/>
                  </a:lnTo>
                  <a:lnTo>
                    <a:pt x="1947545" y="1134618"/>
                  </a:lnTo>
                  <a:lnTo>
                    <a:pt x="0" y="1134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66" r="0" b="-62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332283" y="6995398"/>
            <a:ext cx="1337663" cy="1114719"/>
            <a:chOff x="0" y="0"/>
            <a:chExt cx="1783551" cy="14862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83588" cy="1486281"/>
            </a:xfrm>
            <a:custGeom>
              <a:avLst/>
              <a:gdLst/>
              <a:ahLst/>
              <a:cxnLst/>
              <a:rect r="r" b="b" t="t" l="l"/>
              <a:pathLst>
                <a:path h="1486281" w="1783588">
                  <a:moveTo>
                    <a:pt x="0" y="0"/>
                  </a:moveTo>
                  <a:lnTo>
                    <a:pt x="1783588" y="0"/>
                  </a:lnTo>
                  <a:lnTo>
                    <a:pt x="1783588" y="1486281"/>
                  </a:lnTo>
                  <a:lnTo>
                    <a:pt x="0" y="1486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-130" t="0" r="-128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372159" y="8801985"/>
            <a:ext cx="1650389" cy="461138"/>
            <a:chOff x="0" y="0"/>
            <a:chExt cx="2200519" cy="6148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00529" cy="614807"/>
            </a:xfrm>
            <a:custGeom>
              <a:avLst/>
              <a:gdLst/>
              <a:ahLst/>
              <a:cxnLst/>
              <a:rect r="r" b="b" t="t" l="l"/>
              <a:pathLst>
                <a:path h="614807" w="2200529">
                  <a:moveTo>
                    <a:pt x="0" y="0"/>
                  </a:moveTo>
                  <a:lnTo>
                    <a:pt x="2200529" y="0"/>
                  </a:lnTo>
                  <a:lnTo>
                    <a:pt x="2200529" y="614807"/>
                  </a:lnTo>
                  <a:lnTo>
                    <a:pt x="0" y="614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-7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478104" y="8489823"/>
            <a:ext cx="1311793" cy="1085462"/>
            <a:chOff x="0" y="0"/>
            <a:chExt cx="1749057" cy="144728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49044" cy="1447292"/>
            </a:xfrm>
            <a:custGeom>
              <a:avLst/>
              <a:gdLst/>
              <a:ahLst/>
              <a:cxnLst/>
              <a:rect r="r" b="b" t="t" l="l"/>
              <a:pathLst>
                <a:path h="1447292" w="1749044">
                  <a:moveTo>
                    <a:pt x="0" y="0"/>
                  </a:moveTo>
                  <a:lnTo>
                    <a:pt x="1749044" y="0"/>
                  </a:lnTo>
                  <a:lnTo>
                    <a:pt x="1749044" y="1447292"/>
                  </a:lnTo>
                  <a:lnTo>
                    <a:pt x="0" y="1447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-176" t="0" r="-176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317031" y="8696221"/>
            <a:ext cx="1681666" cy="672666"/>
            <a:chOff x="0" y="0"/>
            <a:chExt cx="2242221" cy="8968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42185" cy="896874"/>
            </a:xfrm>
            <a:custGeom>
              <a:avLst/>
              <a:gdLst/>
              <a:ahLst/>
              <a:cxnLst/>
              <a:rect r="r" b="b" t="t" l="l"/>
              <a:pathLst>
                <a:path h="896874" w="2242185">
                  <a:moveTo>
                    <a:pt x="0" y="0"/>
                  </a:moveTo>
                  <a:lnTo>
                    <a:pt x="2242185" y="0"/>
                  </a:lnTo>
                  <a:lnTo>
                    <a:pt x="2242185" y="896874"/>
                  </a:lnTo>
                  <a:lnTo>
                    <a:pt x="0" y="896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-1" b="-1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131595" y="4507697"/>
            <a:ext cx="1681666" cy="823932"/>
            <a:chOff x="0" y="0"/>
            <a:chExt cx="2242221" cy="109857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42185" cy="1098550"/>
            </a:xfrm>
            <a:custGeom>
              <a:avLst/>
              <a:gdLst/>
              <a:ahLst/>
              <a:cxnLst/>
              <a:rect r="r" b="b" t="t" l="l"/>
              <a:pathLst>
                <a:path h="1098550" w="2242185">
                  <a:moveTo>
                    <a:pt x="0" y="0"/>
                  </a:moveTo>
                  <a:lnTo>
                    <a:pt x="2242185" y="0"/>
                  </a:lnTo>
                  <a:lnTo>
                    <a:pt x="2242185" y="1098550"/>
                  </a:lnTo>
                  <a:lnTo>
                    <a:pt x="0" y="1098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-94" t="0" r="-95" b="-2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317031" y="6916105"/>
            <a:ext cx="1579204" cy="1273305"/>
            <a:chOff x="0" y="0"/>
            <a:chExt cx="2105605" cy="16977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05660" cy="1697736"/>
            </a:xfrm>
            <a:custGeom>
              <a:avLst/>
              <a:gdLst/>
              <a:ahLst/>
              <a:cxnLst/>
              <a:rect r="r" b="b" t="t" l="l"/>
              <a:pathLst>
                <a:path h="1697736" w="2105660">
                  <a:moveTo>
                    <a:pt x="0" y="0"/>
                  </a:moveTo>
                  <a:lnTo>
                    <a:pt x="2105660" y="0"/>
                  </a:lnTo>
                  <a:lnTo>
                    <a:pt x="2105660" y="1697736"/>
                  </a:lnTo>
                  <a:lnTo>
                    <a:pt x="0" y="1697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-9" r="2" b="-9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283511" y="4552950"/>
            <a:ext cx="180498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95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Frontend :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08829" y="5950927"/>
            <a:ext cx="1718221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95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Backend :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69952" y="7186045"/>
            <a:ext cx="233273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95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Deployment :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36605" y="8682351"/>
            <a:ext cx="217006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95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AI and API 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8193" y="242888"/>
            <a:ext cx="2573073" cy="1210627"/>
            <a:chOff x="0" y="0"/>
            <a:chExt cx="3430764" cy="1614169"/>
          </a:xfrm>
        </p:grpSpPr>
        <p:sp>
          <p:nvSpPr>
            <p:cNvPr name="Freeform 3" id="3" descr="Your startup LOGO"/>
            <p:cNvSpPr/>
            <p:nvPr/>
          </p:nvSpPr>
          <p:spPr>
            <a:xfrm flipH="false" flipV="false" rot="0">
              <a:off x="0" y="0"/>
              <a:ext cx="3430778" cy="1614170"/>
            </a:xfrm>
            <a:custGeom>
              <a:avLst/>
              <a:gdLst/>
              <a:ahLst/>
              <a:cxnLst/>
              <a:rect r="r" b="b" t="t" l="l"/>
              <a:pathLst>
                <a:path h="1614170" w="3430778">
                  <a:moveTo>
                    <a:pt x="0" y="807085"/>
                  </a:moveTo>
                  <a:cubicBezTo>
                    <a:pt x="0" y="361315"/>
                    <a:pt x="768096" y="0"/>
                    <a:pt x="1715389" y="0"/>
                  </a:cubicBezTo>
                  <a:cubicBezTo>
                    <a:pt x="2662682" y="0"/>
                    <a:pt x="3430778" y="361315"/>
                    <a:pt x="3430778" y="807085"/>
                  </a:cubicBezTo>
                  <a:cubicBezTo>
                    <a:pt x="3430778" y="1252855"/>
                    <a:pt x="2662682" y="1614170"/>
                    <a:pt x="1715389" y="1614170"/>
                  </a:cubicBezTo>
                  <a:cubicBezTo>
                    <a:pt x="768096" y="1614170"/>
                    <a:pt x="0" y="1252855"/>
                    <a:pt x="0" y="8070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 descr="Your startup LOGO"/>
          <p:cNvSpPr/>
          <p:nvPr/>
        </p:nvSpPr>
        <p:spPr>
          <a:xfrm flipH="false" flipV="false" rot="0">
            <a:off x="255270" y="223838"/>
            <a:ext cx="2618918" cy="1248727"/>
          </a:xfrm>
          <a:custGeom>
            <a:avLst/>
            <a:gdLst/>
            <a:ahLst/>
            <a:cxnLst/>
            <a:rect r="r" b="b" t="t" l="l"/>
            <a:pathLst>
              <a:path h="1248727" w="2618918">
                <a:moveTo>
                  <a:pt x="0" y="0"/>
                </a:moveTo>
                <a:lnTo>
                  <a:pt x="2618918" y="0"/>
                </a:lnTo>
                <a:lnTo>
                  <a:pt x="2618918" y="1248727"/>
                </a:lnTo>
                <a:lnTo>
                  <a:pt x="0" y="1248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55270" y="223838"/>
            <a:ext cx="2618918" cy="1248727"/>
            <a:chOff x="0" y="0"/>
            <a:chExt cx="3491891" cy="16649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91891" cy="1664969"/>
            </a:xfrm>
            <a:custGeom>
              <a:avLst/>
              <a:gdLst/>
              <a:ahLst/>
              <a:cxnLst/>
              <a:rect r="r" b="b" t="t" l="l"/>
              <a:pathLst>
                <a:path h="1664969" w="3491891">
                  <a:moveTo>
                    <a:pt x="0" y="0"/>
                  </a:moveTo>
                  <a:lnTo>
                    <a:pt x="3491891" y="0"/>
                  </a:lnTo>
                  <a:lnTo>
                    <a:pt x="3491891" y="1664969"/>
                  </a:lnTo>
                  <a:lnTo>
                    <a:pt x="0" y="16649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3491891" cy="1664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60"/>
                </a:lnSpc>
              </a:pPr>
              <a:r>
                <a:rPr lang="en-US" sz="2799" b="true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Tech Legend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762049" y="85645"/>
            <a:ext cx="3313652" cy="1684306"/>
            <a:chOff x="0" y="0"/>
            <a:chExt cx="4418203" cy="2245741"/>
          </a:xfrm>
        </p:grpSpPr>
        <p:sp>
          <p:nvSpPr>
            <p:cNvPr name="Freeform 9" id="9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17635" y="-567291"/>
            <a:ext cx="6252730" cy="2501092"/>
            <a:chOff x="0" y="0"/>
            <a:chExt cx="8336973" cy="33347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36915" cy="3334766"/>
            </a:xfrm>
            <a:custGeom>
              <a:avLst/>
              <a:gdLst/>
              <a:ahLst/>
              <a:cxnLst/>
              <a:rect r="r" b="b" t="t" l="l"/>
              <a:pathLst>
                <a:path h="3334766" w="8336915">
                  <a:moveTo>
                    <a:pt x="0" y="0"/>
                  </a:moveTo>
                  <a:lnTo>
                    <a:pt x="8336915" y="0"/>
                  </a:lnTo>
                  <a:lnTo>
                    <a:pt x="8336915" y="3334766"/>
                  </a:lnTo>
                  <a:lnTo>
                    <a:pt x="0" y="3334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057400" y="1387610"/>
            <a:ext cx="15022531" cy="849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Built on a Modern &amp; Scalable Architecture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55270" y="2157225"/>
            <a:ext cx="17820459" cy="8129775"/>
          </a:xfrm>
          <a:custGeom>
            <a:avLst/>
            <a:gdLst/>
            <a:ahLst/>
            <a:cxnLst/>
            <a:rect r="r" b="b" t="t" l="l"/>
            <a:pathLst>
              <a:path h="8129775" w="17820459">
                <a:moveTo>
                  <a:pt x="0" y="0"/>
                </a:moveTo>
                <a:lnTo>
                  <a:pt x="17820459" y="0"/>
                </a:lnTo>
                <a:lnTo>
                  <a:pt x="17820459" y="8129775"/>
                </a:lnTo>
                <a:lnTo>
                  <a:pt x="0" y="81297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78193" y="2275433"/>
            <a:ext cx="17797508" cy="6473844"/>
          </a:xfrm>
          <a:custGeom>
            <a:avLst/>
            <a:gdLst/>
            <a:ahLst/>
            <a:cxnLst/>
            <a:rect r="r" b="b" t="t" l="l"/>
            <a:pathLst>
              <a:path h="6473844" w="17797508">
                <a:moveTo>
                  <a:pt x="0" y="0"/>
                </a:moveTo>
                <a:lnTo>
                  <a:pt x="17797508" y="0"/>
                </a:lnTo>
                <a:lnTo>
                  <a:pt x="17797508" y="6473844"/>
                </a:lnTo>
                <a:lnTo>
                  <a:pt x="0" y="64738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8193" y="242888"/>
            <a:ext cx="2573073" cy="1210627"/>
            <a:chOff x="0" y="0"/>
            <a:chExt cx="3430764" cy="1614169"/>
          </a:xfrm>
        </p:grpSpPr>
        <p:sp>
          <p:nvSpPr>
            <p:cNvPr name="Freeform 3" id="3" descr="Your startup LOGO"/>
            <p:cNvSpPr/>
            <p:nvPr/>
          </p:nvSpPr>
          <p:spPr>
            <a:xfrm flipH="false" flipV="false" rot="0">
              <a:off x="0" y="0"/>
              <a:ext cx="3430778" cy="1614170"/>
            </a:xfrm>
            <a:custGeom>
              <a:avLst/>
              <a:gdLst/>
              <a:ahLst/>
              <a:cxnLst/>
              <a:rect r="r" b="b" t="t" l="l"/>
              <a:pathLst>
                <a:path h="1614170" w="3430778">
                  <a:moveTo>
                    <a:pt x="0" y="807085"/>
                  </a:moveTo>
                  <a:cubicBezTo>
                    <a:pt x="0" y="361315"/>
                    <a:pt x="768096" y="0"/>
                    <a:pt x="1715389" y="0"/>
                  </a:cubicBezTo>
                  <a:cubicBezTo>
                    <a:pt x="2662682" y="0"/>
                    <a:pt x="3430778" y="361315"/>
                    <a:pt x="3430778" y="807085"/>
                  </a:cubicBezTo>
                  <a:cubicBezTo>
                    <a:pt x="3430778" y="1252855"/>
                    <a:pt x="2662682" y="1614170"/>
                    <a:pt x="1715389" y="1614170"/>
                  </a:cubicBezTo>
                  <a:cubicBezTo>
                    <a:pt x="768096" y="1614170"/>
                    <a:pt x="0" y="1252855"/>
                    <a:pt x="0" y="8070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 descr="Your startup LOGO"/>
          <p:cNvSpPr/>
          <p:nvPr/>
        </p:nvSpPr>
        <p:spPr>
          <a:xfrm flipH="false" flipV="false" rot="0">
            <a:off x="255270" y="223838"/>
            <a:ext cx="2618918" cy="1248727"/>
          </a:xfrm>
          <a:custGeom>
            <a:avLst/>
            <a:gdLst/>
            <a:ahLst/>
            <a:cxnLst/>
            <a:rect r="r" b="b" t="t" l="l"/>
            <a:pathLst>
              <a:path h="1248727" w="2618918">
                <a:moveTo>
                  <a:pt x="0" y="0"/>
                </a:moveTo>
                <a:lnTo>
                  <a:pt x="2618918" y="0"/>
                </a:lnTo>
                <a:lnTo>
                  <a:pt x="2618918" y="1248727"/>
                </a:lnTo>
                <a:lnTo>
                  <a:pt x="0" y="1248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55270" y="223838"/>
            <a:ext cx="2618918" cy="1248727"/>
            <a:chOff x="0" y="0"/>
            <a:chExt cx="3491891" cy="16649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91891" cy="1664969"/>
            </a:xfrm>
            <a:custGeom>
              <a:avLst/>
              <a:gdLst/>
              <a:ahLst/>
              <a:cxnLst/>
              <a:rect r="r" b="b" t="t" l="l"/>
              <a:pathLst>
                <a:path h="1664969" w="3491891">
                  <a:moveTo>
                    <a:pt x="0" y="0"/>
                  </a:moveTo>
                  <a:lnTo>
                    <a:pt x="3491891" y="0"/>
                  </a:lnTo>
                  <a:lnTo>
                    <a:pt x="3491891" y="1664969"/>
                  </a:lnTo>
                  <a:lnTo>
                    <a:pt x="0" y="16649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3491891" cy="1664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60"/>
                </a:lnSpc>
              </a:pPr>
              <a:r>
                <a:rPr lang="en-US" sz="2799" b="true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Tech Legend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762049" y="85645"/>
            <a:ext cx="3313652" cy="1684306"/>
            <a:chOff x="0" y="0"/>
            <a:chExt cx="4418203" cy="2245741"/>
          </a:xfrm>
        </p:grpSpPr>
        <p:sp>
          <p:nvSpPr>
            <p:cNvPr name="Freeform 9" id="9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81418" y="-650522"/>
            <a:ext cx="6252730" cy="2501092"/>
            <a:chOff x="0" y="0"/>
            <a:chExt cx="8336973" cy="33347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36915" cy="3334766"/>
            </a:xfrm>
            <a:custGeom>
              <a:avLst/>
              <a:gdLst/>
              <a:ahLst/>
              <a:cxnLst/>
              <a:rect r="r" b="b" t="t" l="l"/>
              <a:pathLst>
                <a:path h="3334766" w="8336915">
                  <a:moveTo>
                    <a:pt x="0" y="0"/>
                  </a:moveTo>
                  <a:lnTo>
                    <a:pt x="8336915" y="0"/>
                  </a:lnTo>
                  <a:lnTo>
                    <a:pt x="8336915" y="3334766"/>
                  </a:lnTo>
                  <a:lnTo>
                    <a:pt x="0" y="3334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55270" y="2157225"/>
            <a:ext cx="17820459" cy="8129774"/>
          </a:xfrm>
          <a:custGeom>
            <a:avLst/>
            <a:gdLst/>
            <a:ahLst/>
            <a:cxnLst/>
            <a:rect r="r" b="b" t="t" l="l"/>
            <a:pathLst>
              <a:path h="8129774" w="17820459">
                <a:moveTo>
                  <a:pt x="0" y="0"/>
                </a:moveTo>
                <a:lnTo>
                  <a:pt x="17820459" y="0"/>
                </a:lnTo>
                <a:lnTo>
                  <a:pt x="17820459" y="8129774"/>
                </a:lnTo>
                <a:lnTo>
                  <a:pt x="0" y="81297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081418" y="2839084"/>
            <a:ext cx="47625" cy="6910717"/>
            <a:chOff x="0" y="0"/>
            <a:chExt cx="63500" cy="92142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31750"/>
              <a:ext cx="63500" cy="9150731"/>
            </a:xfrm>
            <a:custGeom>
              <a:avLst/>
              <a:gdLst/>
              <a:ahLst/>
              <a:cxnLst/>
              <a:rect r="r" b="b" t="t" l="l"/>
              <a:pathLst>
                <a:path h="9150731" w="63500">
                  <a:moveTo>
                    <a:pt x="0" y="9150731"/>
                  </a:moveTo>
                  <a:lnTo>
                    <a:pt x="0" y="0"/>
                  </a:lnTo>
                  <a:lnTo>
                    <a:pt x="63500" y="0"/>
                  </a:lnTo>
                  <a:lnTo>
                    <a:pt x="63500" y="9150731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3381683" y="1325424"/>
            <a:ext cx="11531947" cy="85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4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A Clear Plan for Execution, Success, and Growth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41173" y="4159232"/>
            <a:ext cx="5315569" cy="1070426"/>
          </a:xfrm>
          <a:custGeom>
            <a:avLst/>
            <a:gdLst/>
            <a:ahLst/>
            <a:cxnLst/>
            <a:rect r="r" b="b" t="t" l="l"/>
            <a:pathLst>
              <a:path h="1070426" w="5315569">
                <a:moveTo>
                  <a:pt x="0" y="0"/>
                </a:moveTo>
                <a:lnTo>
                  <a:pt x="5315569" y="0"/>
                </a:lnTo>
                <a:lnTo>
                  <a:pt x="5315569" y="1070426"/>
                </a:lnTo>
                <a:lnTo>
                  <a:pt x="0" y="1070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41173" y="5502113"/>
            <a:ext cx="5315569" cy="1070426"/>
          </a:xfrm>
          <a:custGeom>
            <a:avLst/>
            <a:gdLst/>
            <a:ahLst/>
            <a:cxnLst/>
            <a:rect r="r" b="b" t="t" l="l"/>
            <a:pathLst>
              <a:path h="1070426" w="5315569">
                <a:moveTo>
                  <a:pt x="0" y="0"/>
                </a:moveTo>
                <a:lnTo>
                  <a:pt x="5315569" y="0"/>
                </a:lnTo>
                <a:lnTo>
                  <a:pt x="5315569" y="1070426"/>
                </a:lnTo>
                <a:lnTo>
                  <a:pt x="0" y="1070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41173" y="6844993"/>
            <a:ext cx="5315569" cy="1070426"/>
          </a:xfrm>
          <a:custGeom>
            <a:avLst/>
            <a:gdLst/>
            <a:ahLst/>
            <a:cxnLst/>
            <a:rect r="r" b="b" t="t" l="l"/>
            <a:pathLst>
              <a:path h="1070426" w="5315569">
                <a:moveTo>
                  <a:pt x="0" y="0"/>
                </a:moveTo>
                <a:lnTo>
                  <a:pt x="5315569" y="0"/>
                </a:lnTo>
                <a:lnTo>
                  <a:pt x="5315569" y="1070426"/>
                </a:lnTo>
                <a:lnTo>
                  <a:pt x="0" y="1070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41173" y="8187874"/>
            <a:ext cx="5315569" cy="1070426"/>
          </a:xfrm>
          <a:custGeom>
            <a:avLst/>
            <a:gdLst/>
            <a:ahLst/>
            <a:cxnLst/>
            <a:rect r="r" b="b" t="t" l="l"/>
            <a:pathLst>
              <a:path h="1070426" w="5315569">
                <a:moveTo>
                  <a:pt x="0" y="0"/>
                </a:moveTo>
                <a:lnTo>
                  <a:pt x="5315569" y="0"/>
                </a:lnTo>
                <a:lnTo>
                  <a:pt x="5315569" y="1070426"/>
                </a:lnTo>
                <a:lnTo>
                  <a:pt x="0" y="1070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81017" y="4419352"/>
            <a:ext cx="3533495" cy="58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Scalable Tech Stack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5873" y="5744731"/>
            <a:ext cx="3733810" cy="58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Rapid Development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3831" y="7089238"/>
            <a:ext cx="3120713" cy="58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Easy Integration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9528" y="8446787"/>
            <a:ext cx="3629317" cy="58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Secure And Private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6452893" y="4159232"/>
            <a:ext cx="5315569" cy="1070426"/>
          </a:xfrm>
          <a:custGeom>
            <a:avLst/>
            <a:gdLst/>
            <a:ahLst/>
            <a:cxnLst/>
            <a:rect r="r" b="b" t="t" l="l"/>
            <a:pathLst>
              <a:path h="1070426" w="5315569">
                <a:moveTo>
                  <a:pt x="0" y="0"/>
                </a:moveTo>
                <a:lnTo>
                  <a:pt x="5315569" y="0"/>
                </a:lnTo>
                <a:lnTo>
                  <a:pt x="5315569" y="1070426"/>
                </a:lnTo>
                <a:lnTo>
                  <a:pt x="0" y="1070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452893" y="5502112"/>
            <a:ext cx="5315569" cy="1070426"/>
          </a:xfrm>
          <a:custGeom>
            <a:avLst/>
            <a:gdLst/>
            <a:ahLst/>
            <a:cxnLst/>
            <a:rect r="r" b="b" t="t" l="l"/>
            <a:pathLst>
              <a:path h="1070426" w="5315569">
                <a:moveTo>
                  <a:pt x="0" y="0"/>
                </a:moveTo>
                <a:lnTo>
                  <a:pt x="5315569" y="0"/>
                </a:lnTo>
                <a:lnTo>
                  <a:pt x="5315569" y="1070426"/>
                </a:lnTo>
                <a:lnTo>
                  <a:pt x="0" y="1070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452893" y="6844993"/>
            <a:ext cx="5315569" cy="1070426"/>
          </a:xfrm>
          <a:custGeom>
            <a:avLst/>
            <a:gdLst/>
            <a:ahLst/>
            <a:cxnLst/>
            <a:rect r="r" b="b" t="t" l="l"/>
            <a:pathLst>
              <a:path h="1070426" w="5315569">
                <a:moveTo>
                  <a:pt x="0" y="0"/>
                </a:moveTo>
                <a:lnTo>
                  <a:pt x="5315569" y="0"/>
                </a:lnTo>
                <a:lnTo>
                  <a:pt x="5315569" y="1070426"/>
                </a:lnTo>
                <a:lnTo>
                  <a:pt x="0" y="1070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452893" y="8187874"/>
            <a:ext cx="5315569" cy="1070426"/>
          </a:xfrm>
          <a:custGeom>
            <a:avLst/>
            <a:gdLst/>
            <a:ahLst/>
            <a:cxnLst/>
            <a:rect r="r" b="b" t="t" l="l"/>
            <a:pathLst>
              <a:path h="1070426" w="5315569">
                <a:moveTo>
                  <a:pt x="0" y="0"/>
                </a:moveTo>
                <a:lnTo>
                  <a:pt x="5315569" y="0"/>
                </a:lnTo>
                <a:lnTo>
                  <a:pt x="5315569" y="1070426"/>
                </a:lnTo>
                <a:lnTo>
                  <a:pt x="0" y="1070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194656" y="4418145"/>
            <a:ext cx="383204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Critical National Need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72020" y="5761026"/>
            <a:ext cx="3586959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High User Adoption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452893" y="7103907"/>
            <a:ext cx="5315569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Diverse Revenue System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452893" y="8446787"/>
            <a:ext cx="5315569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Data Driven Growth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092312" y="2839084"/>
            <a:ext cx="47625" cy="6910717"/>
            <a:chOff x="0" y="0"/>
            <a:chExt cx="63500" cy="92142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31750"/>
              <a:ext cx="63500" cy="9150731"/>
            </a:xfrm>
            <a:custGeom>
              <a:avLst/>
              <a:gdLst/>
              <a:ahLst/>
              <a:cxnLst/>
              <a:rect r="r" b="b" t="t" l="l"/>
              <a:pathLst>
                <a:path h="9150731" w="63500">
                  <a:moveTo>
                    <a:pt x="0" y="9150731"/>
                  </a:moveTo>
                  <a:lnTo>
                    <a:pt x="0" y="0"/>
                  </a:lnTo>
                  <a:lnTo>
                    <a:pt x="63500" y="0"/>
                  </a:lnTo>
                  <a:lnTo>
                    <a:pt x="63500" y="9150731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12463787" y="4159232"/>
            <a:ext cx="5315569" cy="1070426"/>
          </a:xfrm>
          <a:custGeom>
            <a:avLst/>
            <a:gdLst/>
            <a:ahLst/>
            <a:cxnLst/>
            <a:rect r="r" b="b" t="t" l="l"/>
            <a:pathLst>
              <a:path h="1070426" w="5315569">
                <a:moveTo>
                  <a:pt x="0" y="0"/>
                </a:moveTo>
                <a:lnTo>
                  <a:pt x="5315569" y="0"/>
                </a:lnTo>
                <a:lnTo>
                  <a:pt x="5315569" y="1070426"/>
                </a:lnTo>
                <a:lnTo>
                  <a:pt x="0" y="1070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463787" y="5502113"/>
            <a:ext cx="5315569" cy="1070426"/>
          </a:xfrm>
          <a:custGeom>
            <a:avLst/>
            <a:gdLst/>
            <a:ahLst/>
            <a:cxnLst/>
            <a:rect r="r" b="b" t="t" l="l"/>
            <a:pathLst>
              <a:path h="1070426" w="5315569">
                <a:moveTo>
                  <a:pt x="0" y="0"/>
                </a:moveTo>
                <a:lnTo>
                  <a:pt x="5315569" y="0"/>
                </a:lnTo>
                <a:lnTo>
                  <a:pt x="5315569" y="1070426"/>
                </a:lnTo>
                <a:lnTo>
                  <a:pt x="0" y="1070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2463787" y="6844993"/>
            <a:ext cx="5315569" cy="1070426"/>
          </a:xfrm>
          <a:custGeom>
            <a:avLst/>
            <a:gdLst/>
            <a:ahLst/>
            <a:cxnLst/>
            <a:rect r="r" b="b" t="t" l="l"/>
            <a:pathLst>
              <a:path h="1070426" w="5315569">
                <a:moveTo>
                  <a:pt x="0" y="0"/>
                </a:moveTo>
                <a:lnTo>
                  <a:pt x="5315569" y="0"/>
                </a:lnTo>
                <a:lnTo>
                  <a:pt x="5315569" y="1070426"/>
                </a:lnTo>
                <a:lnTo>
                  <a:pt x="0" y="1070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463787" y="8187874"/>
            <a:ext cx="5315569" cy="1070426"/>
          </a:xfrm>
          <a:custGeom>
            <a:avLst/>
            <a:gdLst/>
            <a:ahLst/>
            <a:cxnLst/>
            <a:rect r="r" b="b" t="t" l="l"/>
            <a:pathLst>
              <a:path h="1070426" w="5315569">
                <a:moveTo>
                  <a:pt x="0" y="0"/>
                </a:moveTo>
                <a:lnTo>
                  <a:pt x="5315569" y="0"/>
                </a:lnTo>
                <a:lnTo>
                  <a:pt x="5315569" y="1070426"/>
                </a:lnTo>
                <a:lnTo>
                  <a:pt x="0" y="1070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2463787" y="4432782"/>
            <a:ext cx="5315569" cy="573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Pilot Program to State Rollout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63787" y="5777695"/>
            <a:ext cx="5315569" cy="573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AI-Powered Personalization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63787" y="7120576"/>
            <a:ext cx="5315569" cy="573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Integration with NGO Portals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463787" y="8463457"/>
            <a:ext cx="5315569" cy="573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Creating a Campus Alert System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03663" y="2413433"/>
            <a:ext cx="2741045" cy="88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Feasibility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721255" y="2437875"/>
            <a:ext cx="2351077" cy="169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Viability</a:t>
            </a:r>
          </a:p>
          <a:p>
            <a:pPr algn="ctr">
              <a:lnSpc>
                <a:spcPts val="6440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13598522" y="2428072"/>
            <a:ext cx="2994810" cy="88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Scalability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41682" y="3109783"/>
            <a:ext cx="3393093" cy="607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(Can we build it?)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354267" y="3110156"/>
            <a:ext cx="3085055" cy="606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(Will it Succeed?)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223658" y="3109783"/>
            <a:ext cx="3744538" cy="112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(How will it grow?)</a:t>
            </a:r>
          </a:p>
          <a:p>
            <a:pPr algn="ctr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8193" y="242888"/>
            <a:ext cx="2573073" cy="1210627"/>
            <a:chOff x="0" y="0"/>
            <a:chExt cx="3430764" cy="1614169"/>
          </a:xfrm>
        </p:grpSpPr>
        <p:sp>
          <p:nvSpPr>
            <p:cNvPr name="Freeform 3" id="3" descr="Your startup LOGO"/>
            <p:cNvSpPr/>
            <p:nvPr/>
          </p:nvSpPr>
          <p:spPr>
            <a:xfrm flipH="false" flipV="false" rot="0">
              <a:off x="0" y="0"/>
              <a:ext cx="3430778" cy="1614170"/>
            </a:xfrm>
            <a:custGeom>
              <a:avLst/>
              <a:gdLst/>
              <a:ahLst/>
              <a:cxnLst/>
              <a:rect r="r" b="b" t="t" l="l"/>
              <a:pathLst>
                <a:path h="1614170" w="3430778">
                  <a:moveTo>
                    <a:pt x="0" y="807085"/>
                  </a:moveTo>
                  <a:cubicBezTo>
                    <a:pt x="0" y="361315"/>
                    <a:pt x="768096" y="0"/>
                    <a:pt x="1715389" y="0"/>
                  </a:cubicBezTo>
                  <a:cubicBezTo>
                    <a:pt x="2662682" y="0"/>
                    <a:pt x="3430778" y="361315"/>
                    <a:pt x="3430778" y="807085"/>
                  </a:cubicBezTo>
                  <a:cubicBezTo>
                    <a:pt x="3430778" y="1252855"/>
                    <a:pt x="2662682" y="1614170"/>
                    <a:pt x="1715389" y="1614170"/>
                  </a:cubicBezTo>
                  <a:cubicBezTo>
                    <a:pt x="768096" y="1614170"/>
                    <a:pt x="0" y="1252855"/>
                    <a:pt x="0" y="8070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 descr="Your startup LOGO"/>
          <p:cNvSpPr/>
          <p:nvPr/>
        </p:nvSpPr>
        <p:spPr>
          <a:xfrm flipH="false" flipV="false" rot="0">
            <a:off x="255270" y="223838"/>
            <a:ext cx="2618918" cy="1248727"/>
          </a:xfrm>
          <a:custGeom>
            <a:avLst/>
            <a:gdLst/>
            <a:ahLst/>
            <a:cxnLst/>
            <a:rect r="r" b="b" t="t" l="l"/>
            <a:pathLst>
              <a:path h="1248727" w="2618918">
                <a:moveTo>
                  <a:pt x="0" y="0"/>
                </a:moveTo>
                <a:lnTo>
                  <a:pt x="2618918" y="0"/>
                </a:lnTo>
                <a:lnTo>
                  <a:pt x="2618918" y="1248727"/>
                </a:lnTo>
                <a:lnTo>
                  <a:pt x="0" y="1248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55270" y="223838"/>
            <a:ext cx="2618918" cy="1248727"/>
            <a:chOff x="0" y="0"/>
            <a:chExt cx="3491891" cy="16649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91891" cy="1664969"/>
            </a:xfrm>
            <a:custGeom>
              <a:avLst/>
              <a:gdLst/>
              <a:ahLst/>
              <a:cxnLst/>
              <a:rect r="r" b="b" t="t" l="l"/>
              <a:pathLst>
                <a:path h="1664969" w="3491891">
                  <a:moveTo>
                    <a:pt x="0" y="0"/>
                  </a:moveTo>
                  <a:lnTo>
                    <a:pt x="3491891" y="0"/>
                  </a:lnTo>
                  <a:lnTo>
                    <a:pt x="3491891" y="1664969"/>
                  </a:lnTo>
                  <a:lnTo>
                    <a:pt x="0" y="16649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3491891" cy="1664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60"/>
                </a:lnSpc>
              </a:pPr>
              <a:r>
                <a:rPr lang="en-US" sz="2799" b="true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Tech Legend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762049" y="85645"/>
            <a:ext cx="3313652" cy="1684306"/>
            <a:chOff x="0" y="0"/>
            <a:chExt cx="4418203" cy="2245741"/>
          </a:xfrm>
        </p:grpSpPr>
        <p:sp>
          <p:nvSpPr>
            <p:cNvPr name="Freeform 9" id="9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81418" y="-650522"/>
            <a:ext cx="6252730" cy="2501092"/>
            <a:chOff x="0" y="0"/>
            <a:chExt cx="8336973" cy="33347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36915" cy="3334766"/>
            </a:xfrm>
            <a:custGeom>
              <a:avLst/>
              <a:gdLst/>
              <a:ahLst/>
              <a:cxnLst/>
              <a:rect r="r" b="b" t="t" l="l"/>
              <a:pathLst>
                <a:path h="3334766" w="8336915">
                  <a:moveTo>
                    <a:pt x="0" y="0"/>
                  </a:moveTo>
                  <a:lnTo>
                    <a:pt x="8336915" y="0"/>
                  </a:lnTo>
                  <a:lnTo>
                    <a:pt x="8336915" y="3334766"/>
                  </a:lnTo>
                  <a:lnTo>
                    <a:pt x="0" y="3334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33770" y="2218647"/>
            <a:ext cx="17820459" cy="8129775"/>
          </a:xfrm>
          <a:custGeom>
            <a:avLst/>
            <a:gdLst/>
            <a:ahLst/>
            <a:cxnLst/>
            <a:rect r="r" b="b" t="t" l="l"/>
            <a:pathLst>
              <a:path h="8129775" w="17820459">
                <a:moveTo>
                  <a:pt x="0" y="0"/>
                </a:moveTo>
                <a:lnTo>
                  <a:pt x="17820459" y="0"/>
                </a:lnTo>
                <a:lnTo>
                  <a:pt x="17820459" y="8129775"/>
                </a:lnTo>
                <a:lnTo>
                  <a:pt x="0" y="81297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207783" y="2839084"/>
            <a:ext cx="47625" cy="6910717"/>
            <a:chOff x="0" y="0"/>
            <a:chExt cx="63500" cy="92142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31750"/>
              <a:ext cx="63500" cy="9150731"/>
            </a:xfrm>
            <a:custGeom>
              <a:avLst/>
              <a:gdLst/>
              <a:ahLst/>
              <a:cxnLst/>
              <a:rect r="r" b="b" t="t" l="l"/>
              <a:pathLst>
                <a:path h="9150731" w="63500">
                  <a:moveTo>
                    <a:pt x="0" y="9150731"/>
                  </a:moveTo>
                  <a:lnTo>
                    <a:pt x="0" y="0"/>
                  </a:lnTo>
                  <a:lnTo>
                    <a:pt x="63500" y="0"/>
                  </a:lnTo>
                  <a:lnTo>
                    <a:pt x="63500" y="9150731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-10800000">
            <a:off x="960963" y="3347136"/>
            <a:ext cx="4698177" cy="1550398"/>
          </a:xfrm>
          <a:custGeom>
            <a:avLst/>
            <a:gdLst/>
            <a:ahLst/>
            <a:cxnLst/>
            <a:rect r="r" b="b" t="t" l="l"/>
            <a:pathLst>
              <a:path h="1550398" w="4698177">
                <a:moveTo>
                  <a:pt x="0" y="0"/>
                </a:moveTo>
                <a:lnTo>
                  <a:pt x="4698177" y="0"/>
                </a:lnTo>
                <a:lnTo>
                  <a:pt x="4698177" y="1550398"/>
                </a:lnTo>
                <a:lnTo>
                  <a:pt x="0" y="15503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00" r="0" b="-30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77582" y="3474920"/>
            <a:ext cx="1325906" cy="1217140"/>
          </a:xfrm>
          <a:custGeom>
            <a:avLst/>
            <a:gdLst/>
            <a:ahLst/>
            <a:cxnLst/>
            <a:rect r="r" b="b" t="t" l="l"/>
            <a:pathLst>
              <a:path h="1217140" w="1325906">
                <a:moveTo>
                  <a:pt x="0" y="0"/>
                </a:moveTo>
                <a:lnTo>
                  <a:pt x="1325906" y="0"/>
                </a:lnTo>
                <a:lnTo>
                  <a:pt x="1325906" y="1217140"/>
                </a:lnTo>
                <a:lnTo>
                  <a:pt x="0" y="12171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71858" y="3748216"/>
            <a:ext cx="737355" cy="748238"/>
          </a:xfrm>
          <a:custGeom>
            <a:avLst/>
            <a:gdLst/>
            <a:ahLst/>
            <a:cxnLst/>
            <a:rect r="r" b="b" t="t" l="l"/>
            <a:pathLst>
              <a:path h="748238" w="737355">
                <a:moveTo>
                  <a:pt x="0" y="0"/>
                </a:moveTo>
                <a:lnTo>
                  <a:pt x="737355" y="0"/>
                </a:lnTo>
                <a:lnTo>
                  <a:pt x="737355" y="748238"/>
                </a:lnTo>
                <a:lnTo>
                  <a:pt x="0" y="7482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95" t="0" r="-95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703388" y="3600830"/>
            <a:ext cx="2676579" cy="1034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830" b="true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70% increased</a:t>
            </a:r>
          </a:p>
          <a:p>
            <a:pPr algn="l">
              <a:lnSpc>
                <a:spcPts val="3960"/>
              </a:lnSpc>
            </a:pPr>
            <a:r>
              <a:rPr lang="en-US" sz="2830" b="true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 Engagement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3590707" y="5038630"/>
            <a:ext cx="4981422" cy="1643869"/>
          </a:xfrm>
          <a:custGeom>
            <a:avLst/>
            <a:gdLst/>
            <a:ahLst/>
            <a:cxnLst/>
            <a:rect r="r" b="b" t="t" l="l"/>
            <a:pathLst>
              <a:path h="1643869" w="4981422">
                <a:moveTo>
                  <a:pt x="0" y="0"/>
                </a:moveTo>
                <a:lnTo>
                  <a:pt x="4981422" y="0"/>
                </a:lnTo>
                <a:lnTo>
                  <a:pt x="4981422" y="1643869"/>
                </a:lnTo>
                <a:lnTo>
                  <a:pt x="0" y="16438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08" r="0" b="-408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936608" y="5256492"/>
            <a:ext cx="1405843" cy="1290520"/>
          </a:xfrm>
          <a:custGeom>
            <a:avLst/>
            <a:gdLst/>
            <a:ahLst/>
            <a:cxnLst/>
            <a:rect r="r" b="b" t="t" l="l"/>
            <a:pathLst>
              <a:path h="1290520" w="1405843">
                <a:moveTo>
                  <a:pt x="0" y="0"/>
                </a:moveTo>
                <a:lnTo>
                  <a:pt x="1405843" y="0"/>
                </a:lnTo>
                <a:lnTo>
                  <a:pt x="1405843" y="1290520"/>
                </a:lnTo>
                <a:lnTo>
                  <a:pt x="0" y="12905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0800000">
            <a:off x="677718" y="6730124"/>
            <a:ext cx="4981422" cy="1643869"/>
          </a:xfrm>
          <a:custGeom>
            <a:avLst/>
            <a:gdLst/>
            <a:ahLst/>
            <a:cxnLst/>
            <a:rect r="r" b="b" t="t" l="l"/>
            <a:pathLst>
              <a:path h="1643869" w="4981422">
                <a:moveTo>
                  <a:pt x="0" y="0"/>
                </a:moveTo>
                <a:lnTo>
                  <a:pt x="4981422" y="0"/>
                </a:lnTo>
                <a:lnTo>
                  <a:pt x="4981422" y="1643869"/>
                </a:lnTo>
                <a:lnTo>
                  <a:pt x="0" y="16438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08" r="0" b="-408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7396" y="6865612"/>
            <a:ext cx="1405843" cy="1290520"/>
          </a:xfrm>
          <a:custGeom>
            <a:avLst/>
            <a:gdLst/>
            <a:ahLst/>
            <a:cxnLst/>
            <a:rect r="r" b="b" t="t" l="l"/>
            <a:pathLst>
              <a:path h="1290520" w="1405843">
                <a:moveTo>
                  <a:pt x="0" y="0"/>
                </a:moveTo>
                <a:lnTo>
                  <a:pt x="1405843" y="0"/>
                </a:lnTo>
                <a:lnTo>
                  <a:pt x="1405843" y="1290520"/>
                </a:lnTo>
                <a:lnTo>
                  <a:pt x="0" y="129052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234781" y="5466119"/>
            <a:ext cx="809497" cy="788892"/>
          </a:xfrm>
          <a:custGeom>
            <a:avLst/>
            <a:gdLst/>
            <a:ahLst/>
            <a:cxnLst/>
            <a:rect r="r" b="b" t="t" l="l"/>
            <a:pathLst>
              <a:path h="788892" w="809497">
                <a:moveTo>
                  <a:pt x="0" y="0"/>
                </a:moveTo>
                <a:lnTo>
                  <a:pt x="809497" y="0"/>
                </a:lnTo>
                <a:lnTo>
                  <a:pt x="809497" y="788892"/>
                </a:lnTo>
                <a:lnTo>
                  <a:pt x="0" y="78889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98" r="0" b="-98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590707" y="8421618"/>
            <a:ext cx="4981422" cy="1643869"/>
          </a:xfrm>
          <a:custGeom>
            <a:avLst/>
            <a:gdLst/>
            <a:ahLst/>
            <a:cxnLst/>
            <a:rect r="r" b="b" t="t" l="l"/>
            <a:pathLst>
              <a:path h="1643869" w="4981422">
                <a:moveTo>
                  <a:pt x="0" y="0"/>
                </a:moveTo>
                <a:lnTo>
                  <a:pt x="4981422" y="0"/>
                </a:lnTo>
                <a:lnTo>
                  <a:pt x="4981422" y="1643869"/>
                </a:lnTo>
                <a:lnTo>
                  <a:pt x="0" y="16438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08" r="0" b="-408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936608" y="8639480"/>
            <a:ext cx="1405843" cy="1290520"/>
          </a:xfrm>
          <a:custGeom>
            <a:avLst/>
            <a:gdLst/>
            <a:ahLst/>
            <a:cxnLst/>
            <a:rect r="r" b="b" t="t" l="l"/>
            <a:pathLst>
              <a:path h="1290520" w="1405843">
                <a:moveTo>
                  <a:pt x="0" y="0"/>
                </a:moveTo>
                <a:lnTo>
                  <a:pt x="1405843" y="0"/>
                </a:lnTo>
                <a:lnTo>
                  <a:pt x="1405843" y="1290520"/>
                </a:lnTo>
                <a:lnTo>
                  <a:pt x="0" y="12905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22333" y="7191843"/>
            <a:ext cx="775969" cy="714862"/>
          </a:xfrm>
          <a:custGeom>
            <a:avLst/>
            <a:gdLst/>
            <a:ahLst/>
            <a:cxnLst/>
            <a:rect r="r" b="b" t="t" l="l"/>
            <a:pathLst>
              <a:path h="714862" w="775969">
                <a:moveTo>
                  <a:pt x="0" y="0"/>
                </a:moveTo>
                <a:lnTo>
                  <a:pt x="775969" y="0"/>
                </a:lnTo>
                <a:lnTo>
                  <a:pt x="775969" y="714862"/>
                </a:lnTo>
                <a:lnTo>
                  <a:pt x="0" y="71486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302" r="0" b="-302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10800000">
            <a:off x="9780627" y="3394761"/>
            <a:ext cx="4981422" cy="1643869"/>
          </a:xfrm>
          <a:custGeom>
            <a:avLst/>
            <a:gdLst/>
            <a:ahLst/>
            <a:cxnLst/>
            <a:rect r="r" b="b" t="t" l="l"/>
            <a:pathLst>
              <a:path h="1643869" w="4981422">
                <a:moveTo>
                  <a:pt x="0" y="0"/>
                </a:moveTo>
                <a:lnTo>
                  <a:pt x="4981422" y="0"/>
                </a:lnTo>
                <a:lnTo>
                  <a:pt x="4981422" y="1643869"/>
                </a:lnTo>
                <a:lnTo>
                  <a:pt x="0" y="16438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08" r="0" b="-408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980387" y="3482623"/>
            <a:ext cx="1405843" cy="1290520"/>
          </a:xfrm>
          <a:custGeom>
            <a:avLst/>
            <a:gdLst/>
            <a:ahLst/>
            <a:cxnLst/>
            <a:rect r="r" b="b" t="t" l="l"/>
            <a:pathLst>
              <a:path h="1290520" w="1405843">
                <a:moveTo>
                  <a:pt x="0" y="0"/>
                </a:moveTo>
                <a:lnTo>
                  <a:pt x="1405843" y="0"/>
                </a:lnTo>
                <a:lnTo>
                  <a:pt x="1405843" y="1290520"/>
                </a:lnTo>
                <a:lnTo>
                  <a:pt x="0" y="129052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817768" y="5038630"/>
            <a:ext cx="4981422" cy="1643869"/>
          </a:xfrm>
          <a:custGeom>
            <a:avLst/>
            <a:gdLst/>
            <a:ahLst/>
            <a:cxnLst/>
            <a:rect r="r" b="b" t="t" l="l"/>
            <a:pathLst>
              <a:path h="1643869" w="4981422">
                <a:moveTo>
                  <a:pt x="0" y="0"/>
                </a:moveTo>
                <a:lnTo>
                  <a:pt x="4981422" y="0"/>
                </a:lnTo>
                <a:lnTo>
                  <a:pt x="4981422" y="1643869"/>
                </a:lnTo>
                <a:lnTo>
                  <a:pt x="0" y="16438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08" r="0" b="-408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163668" y="5256492"/>
            <a:ext cx="1405843" cy="1290520"/>
          </a:xfrm>
          <a:custGeom>
            <a:avLst/>
            <a:gdLst/>
            <a:ahLst/>
            <a:cxnLst/>
            <a:rect r="r" b="b" t="t" l="l"/>
            <a:pathLst>
              <a:path h="1290520" w="1405843">
                <a:moveTo>
                  <a:pt x="0" y="0"/>
                </a:moveTo>
                <a:lnTo>
                  <a:pt x="1405843" y="0"/>
                </a:lnTo>
                <a:lnTo>
                  <a:pt x="1405843" y="1290520"/>
                </a:lnTo>
                <a:lnTo>
                  <a:pt x="0" y="12905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10800000">
            <a:off x="9904779" y="6730124"/>
            <a:ext cx="4981422" cy="1643869"/>
          </a:xfrm>
          <a:custGeom>
            <a:avLst/>
            <a:gdLst/>
            <a:ahLst/>
            <a:cxnLst/>
            <a:rect r="r" b="b" t="t" l="l"/>
            <a:pathLst>
              <a:path h="1643869" w="4981422">
                <a:moveTo>
                  <a:pt x="0" y="0"/>
                </a:moveTo>
                <a:lnTo>
                  <a:pt x="4981422" y="0"/>
                </a:lnTo>
                <a:lnTo>
                  <a:pt x="4981422" y="1643869"/>
                </a:lnTo>
                <a:lnTo>
                  <a:pt x="0" y="16438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08" r="0" b="-408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134457" y="6865612"/>
            <a:ext cx="1405843" cy="1290520"/>
          </a:xfrm>
          <a:custGeom>
            <a:avLst/>
            <a:gdLst/>
            <a:ahLst/>
            <a:cxnLst/>
            <a:rect r="r" b="b" t="t" l="l"/>
            <a:pathLst>
              <a:path h="1290520" w="1405843">
                <a:moveTo>
                  <a:pt x="0" y="0"/>
                </a:moveTo>
                <a:lnTo>
                  <a:pt x="1405843" y="0"/>
                </a:lnTo>
                <a:lnTo>
                  <a:pt x="1405843" y="1290520"/>
                </a:lnTo>
                <a:lnTo>
                  <a:pt x="0" y="129052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817768" y="8421618"/>
            <a:ext cx="4981422" cy="1643869"/>
          </a:xfrm>
          <a:custGeom>
            <a:avLst/>
            <a:gdLst/>
            <a:ahLst/>
            <a:cxnLst/>
            <a:rect r="r" b="b" t="t" l="l"/>
            <a:pathLst>
              <a:path h="1643869" w="4981422">
                <a:moveTo>
                  <a:pt x="0" y="0"/>
                </a:moveTo>
                <a:lnTo>
                  <a:pt x="4981422" y="0"/>
                </a:lnTo>
                <a:lnTo>
                  <a:pt x="4981422" y="1643869"/>
                </a:lnTo>
                <a:lnTo>
                  <a:pt x="0" y="16438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08" r="0" b="-408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6163668" y="8639480"/>
            <a:ext cx="1405843" cy="1290520"/>
          </a:xfrm>
          <a:custGeom>
            <a:avLst/>
            <a:gdLst/>
            <a:ahLst/>
            <a:cxnLst/>
            <a:rect r="r" b="b" t="t" l="l"/>
            <a:pathLst>
              <a:path h="1290520" w="1405843">
                <a:moveTo>
                  <a:pt x="0" y="0"/>
                </a:moveTo>
                <a:lnTo>
                  <a:pt x="1405843" y="0"/>
                </a:lnTo>
                <a:lnTo>
                  <a:pt x="1405843" y="1290520"/>
                </a:lnTo>
                <a:lnTo>
                  <a:pt x="0" y="12905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0134457" y="3549604"/>
            <a:ext cx="1020353" cy="1223540"/>
            <a:chOff x="0" y="0"/>
            <a:chExt cx="1360471" cy="163138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60424" cy="1631442"/>
            </a:xfrm>
            <a:custGeom>
              <a:avLst/>
              <a:gdLst/>
              <a:ahLst/>
              <a:cxnLst/>
              <a:rect r="r" b="b" t="t" l="l"/>
              <a:pathLst>
                <a:path h="1631442" w="1360424">
                  <a:moveTo>
                    <a:pt x="0" y="0"/>
                  </a:moveTo>
                  <a:lnTo>
                    <a:pt x="1360424" y="0"/>
                  </a:lnTo>
                  <a:lnTo>
                    <a:pt x="1360424" y="1631442"/>
                  </a:lnTo>
                  <a:lnTo>
                    <a:pt x="0" y="1631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96" r="-3" b="-92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6258879" y="5514328"/>
            <a:ext cx="1215421" cy="692474"/>
            <a:chOff x="0" y="0"/>
            <a:chExt cx="1620561" cy="92329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20520" cy="923290"/>
            </a:xfrm>
            <a:custGeom>
              <a:avLst/>
              <a:gdLst/>
              <a:ahLst/>
              <a:cxnLst/>
              <a:rect r="r" b="b" t="t" l="l"/>
              <a:pathLst>
                <a:path h="923290" w="1620520">
                  <a:moveTo>
                    <a:pt x="0" y="0"/>
                  </a:moveTo>
                  <a:lnTo>
                    <a:pt x="1620520" y="0"/>
                  </a:lnTo>
                  <a:lnTo>
                    <a:pt x="1620520" y="923290"/>
                  </a:lnTo>
                  <a:lnTo>
                    <a:pt x="0" y="923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89" r="-2" b="-89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331290" y="7053974"/>
            <a:ext cx="1012176" cy="1010910"/>
            <a:chOff x="0" y="0"/>
            <a:chExt cx="1349568" cy="13478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49629" cy="1347851"/>
            </a:xfrm>
            <a:custGeom>
              <a:avLst/>
              <a:gdLst/>
              <a:ahLst/>
              <a:cxnLst/>
              <a:rect r="r" b="b" t="t" l="l"/>
              <a:pathLst>
                <a:path h="1347851" w="1349629">
                  <a:moveTo>
                    <a:pt x="0" y="0"/>
                  </a:moveTo>
                  <a:lnTo>
                    <a:pt x="1349629" y="0"/>
                  </a:lnTo>
                  <a:lnTo>
                    <a:pt x="1349629" y="1347851"/>
                  </a:lnTo>
                  <a:lnTo>
                    <a:pt x="0" y="1347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-19" t="0" r="-14" b="-2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190339" y="8798855"/>
            <a:ext cx="898380" cy="889396"/>
            <a:chOff x="0" y="0"/>
            <a:chExt cx="1197840" cy="118586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97864" cy="1185799"/>
            </a:xfrm>
            <a:custGeom>
              <a:avLst/>
              <a:gdLst/>
              <a:ahLst/>
              <a:cxnLst/>
              <a:rect r="r" b="b" t="t" l="l"/>
              <a:pathLst>
                <a:path h="1185799" w="1197864">
                  <a:moveTo>
                    <a:pt x="0" y="0"/>
                  </a:moveTo>
                  <a:lnTo>
                    <a:pt x="1197864" y="0"/>
                  </a:lnTo>
                  <a:lnTo>
                    <a:pt x="1197864" y="1185799"/>
                  </a:lnTo>
                  <a:lnTo>
                    <a:pt x="0" y="1185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-8" r="2" b="-13"/>
              </a:stretch>
            </a:blip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16455541" y="8793089"/>
            <a:ext cx="822097" cy="900928"/>
          </a:xfrm>
          <a:custGeom>
            <a:avLst/>
            <a:gdLst/>
            <a:ahLst/>
            <a:cxnLst/>
            <a:rect r="r" b="b" t="t" l="l"/>
            <a:pathLst>
              <a:path h="900928" w="822097">
                <a:moveTo>
                  <a:pt x="0" y="0"/>
                </a:moveTo>
                <a:lnTo>
                  <a:pt x="822097" y="0"/>
                </a:lnTo>
                <a:lnTo>
                  <a:pt x="822097" y="900928"/>
                </a:lnTo>
                <a:lnTo>
                  <a:pt x="0" y="90092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-180" t="0" r="-18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2498134" y="6901574"/>
            <a:ext cx="2837945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Verifiable Student Skills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703388" y="1265907"/>
            <a:ext cx="12890681" cy="85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4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Creating Measurable Impact and National Benefits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086097" y="5212865"/>
            <a:ext cx="2837945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Actionable Campus Insights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429190" y="3524155"/>
            <a:ext cx="3133949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Supports National Education Policy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725195" y="6901574"/>
            <a:ext cx="2837945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Builds Future Green Leaders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313158" y="5212865"/>
            <a:ext cx="2837945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Advances Mission Life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805594" y="2268058"/>
            <a:ext cx="3060969" cy="87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Impacts :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989811" y="2270190"/>
            <a:ext cx="2604258" cy="87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Benefits  :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086097" y="8610600"/>
            <a:ext cx="2837945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Verified Real-World Action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144167" y="8582989"/>
            <a:ext cx="3217197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Garamond Bold"/>
                <a:ea typeface="Garamond Bold"/>
                <a:cs typeface="Garamond Bold"/>
                <a:sym typeface="Garamond Bold"/>
              </a:rPr>
              <a:t>Fosters a "Green" Mindset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8193" y="242888"/>
            <a:ext cx="2573073" cy="1210627"/>
            <a:chOff x="0" y="0"/>
            <a:chExt cx="3430764" cy="1614169"/>
          </a:xfrm>
        </p:grpSpPr>
        <p:sp>
          <p:nvSpPr>
            <p:cNvPr name="Freeform 3" id="3" descr="Your startup LOGO"/>
            <p:cNvSpPr/>
            <p:nvPr/>
          </p:nvSpPr>
          <p:spPr>
            <a:xfrm flipH="false" flipV="false" rot="0">
              <a:off x="0" y="0"/>
              <a:ext cx="3430778" cy="1614170"/>
            </a:xfrm>
            <a:custGeom>
              <a:avLst/>
              <a:gdLst/>
              <a:ahLst/>
              <a:cxnLst/>
              <a:rect r="r" b="b" t="t" l="l"/>
              <a:pathLst>
                <a:path h="1614170" w="3430778">
                  <a:moveTo>
                    <a:pt x="0" y="807085"/>
                  </a:moveTo>
                  <a:cubicBezTo>
                    <a:pt x="0" y="361315"/>
                    <a:pt x="768096" y="0"/>
                    <a:pt x="1715389" y="0"/>
                  </a:cubicBezTo>
                  <a:cubicBezTo>
                    <a:pt x="2662682" y="0"/>
                    <a:pt x="3430778" y="361315"/>
                    <a:pt x="3430778" y="807085"/>
                  </a:cubicBezTo>
                  <a:cubicBezTo>
                    <a:pt x="3430778" y="1252855"/>
                    <a:pt x="2662682" y="1614170"/>
                    <a:pt x="1715389" y="1614170"/>
                  </a:cubicBezTo>
                  <a:cubicBezTo>
                    <a:pt x="768096" y="1614170"/>
                    <a:pt x="0" y="1252855"/>
                    <a:pt x="0" y="8070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 descr="Your startup LOGO"/>
          <p:cNvSpPr/>
          <p:nvPr/>
        </p:nvSpPr>
        <p:spPr>
          <a:xfrm flipH="false" flipV="false" rot="0">
            <a:off x="255270" y="223838"/>
            <a:ext cx="2618918" cy="1248727"/>
          </a:xfrm>
          <a:custGeom>
            <a:avLst/>
            <a:gdLst/>
            <a:ahLst/>
            <a:cxnLst/>
            <a:rect r="r" b="b" t="t" l="l"/>
            <a:pathLst>
              <a:path h="1248727" w="2618918">
                <a:moveTo>
                  <a:pt x="0" y="0"/>
                </a:moveTo>
                <a:lnTo>
                  <a:pt x="2618918" y="0"/>
                </a:lnTo>
                <a:lnTo>
                  <a:pt x="2618918" y="1248727"/>
                </a:lnTo>
                <a:lnTo>
                  <a:pt x="0" y="1248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55270" y="223838"/>
            <a:ext cx="2618918" cy="1248727"/>
            <a:chOff x="0" y="0"/>
            <a:chExt cx="3491891" cy="16649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91891" cy="1664969"/>
            </a:xfrm>
            <a:custGeom>
              <a:avLst/>
              <a:gdLst/>
              <a:ahLst/>
              <a:cxnLst/>
              <a:rect r="r" b="b" t="t" l="l"/>
              <a:pathLst>
                <a:path h="1664969" w="3491891">
                  <a:moveTo>
                    <a:pt x="0" y="0"/>
                  </a:moveTo>
                  <a:lnTo>
                    <a:pt x="3491891" y="0"/>
                  </a:lnTo>
                  <a:lnTo>
                    <a:pt x="3491891" y="1664969"/>
                  </a:lnTo>
                  <a:lnTo>
                    <a:pt x="0" y="16649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3491891" cy="1664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60"/>
                </a:lnSpc>
              </a:pPr>
              <a:r>
                <a:rPr lang="en-US" sz="2799" b="true">
                  <a:solidFill>
                    <a:srgbClr val="000000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Tech Legend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762049" y="85645"/>
            <a:ext cx="3313652" cy="1684306"/>
            <a:chOff x="0" y="0"/>
            <a:chExt cx="4418203" cy="2245741"/>
          </a:xfrm>
        </p:grpSpPr>
        <p:sp>
          <p:nvSpPr>
            <p:cNvPr name="Freeform 9" id="9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81418" y="-650522"/>
            <a:ext cx="6252730" cy="2501092"/>
            <a:chOff x="0" y="0"/>
            <a:chExt cx="8336973" cy="33347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36915" cy="3334766"/>
            </a:xfrm>
            <a:custGeom>
              <a:avLst/>
              <a:gdLst/>
              <a:ahLst/>
              <a:cxnLst/>
              <a:rect r="r" b="b" t="t" l="l"/>
              <a:pathLst>
                <a:path h="3334766" w="8336915">
                  <a:moveTo>
                    <a:pt x="0" y="0"/>
                  </a:moveTo>
                  <a:lnTo>
                    <a:pt x="8336915" y="0"/>
                  </a:lnTo>
                  <a:lnTo>
                    <a:pt x="8336915" y="3334766"/>
                  </a:lnTo>
                  <a:lnTo>
                    <a:pt x="0" y="3334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2400" y="1862843"/>
            <a:ext cx="17820640" cy="8364467"/>
          </a:xfrm>
          <a:custGeom>
            <a:avLst/>
            <a:gdLst/>
            <a:ahLst/>
            <a:cxnLst/>
            <a:rect r="r" b="b" t="t" l="l"/>
            <a:pathLst>
              <a:path h="8364467" w="17820640">
                <a:moveTo>
                  <a:pt x="0" y="0"/>
                </a:moveTo>
                <a:lnTo>
                  <a:pt x="17820640" y="0"/>
                </a:lnTo>
                <a:lnTo>
                  <a:pt x="17820640" y="8364467"/>
                </a:lnTo>
                <a:lnTo>
                  <a:pt x="0" y="83644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2857671"/>
            <a:ext cx="16230600" cy="4950333"/>
            <a:chOff x="0" y="0"/>
            <a:chExt cx="21640800" cy="66004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640800" cy="6600444"/>
            </a:xfrm>
            <a:custGeom>
              <a:avLst/>
              <a:gdLst/>
              <a:ahLst/>
              <a:cxnLst/>
              <a:rect r="r" b="b" t="t" l="l"/>
              <a:pathLst>
                <a:path h="6600444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6600444"/>
                  </a:lnTo>
                  <a:lnTo>
                    <a:pt x="0" y="6600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6" t="0" r="-76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685800" y="2247648"/>
            <a:ext cx="633569" cy="609810"/>
          </a:xfrm>
          <a:custGeom>
            <a:avLst/>
            <a:gdLst/>
            <a:ahLst/>
            <a:cxnLst/>
            <a:rect r="r" b="b" t="t" l="l"/>
            <a:pathLst>
              <a:path h="609810" w="633569">
                <a:moveTo>
                  <a:pt x="0" y="0"/>
                </a:moveTo>
                <a:lnTo>
                  <a:pt x="633569" y="0"/>
                </a:lnTo>
                <a:lnTo>
                  <a:pt x="633569" y="609810"/>
                </a:lnTo>
                <a:lnTo>
                  <a:pt x="0" y="6098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397" r="0" b="-397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36270" y="7906117"/>
            <a:ext cx="811691" cy="629061"/>
          </a:xfrm>
          <a:custGeom>
            <a:avLst/>
            <a:gdLst/>
            <a:ahLst/>
            <a:cxnLst/>
            <a:rect r="r" b="b" t="t" l="l"/>
            <a:pathLst>
              <a:path h="629061" w="811691">
                <a:moveTo>
                  <a:pt x="0" y="0"/>
                </a:moveTo>
                <a:lnTo>
                  <a:pt x="811691" y="0"/>
                </a:lnTo>
                <a:lnTo>
                  <a:pt x="811691" y="629061"/>
                </a:lnTo>
                <a:lnTo>
                  <a:pt x="0" y="62906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262" r="0" b="-26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791200" y="1085850"/>
            <a:ext cx="7431405" cy="88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4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Our Competitive Advantage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47961" y="2000419"/>
            <a:ext cx="2568029" cy="88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Research 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7786" y="7712964"/>
            <a:ext cx="3276613" cy="87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References  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03126" y="8073600"/>
            <a:ext cx="13497560" cy="2051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5430" indent="-132715" lvl="1">
              <a:lnSpc>
                <a:spcPts val="2640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Gee, J. P. (2003). What Video Games Have to Teach Us About Learning and Literacy. Palgrave Macmillan.</a:t>
            </a:r>
          </a:p>
          <a:p>
            <a:pPr algn="l" marL="265430" indent="-132715" lvl="1">
              <a:lnSpc>
                <a:spcPts val="2640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Ministry of Education, Government of India – Environmental Education initiatives. https://www.education.gov.in/</a:t>
            </a:r>
          </a:p>
          <a:p>
            <a:pPr algn="l" marL="265430" indent="-132715" lvl="1">
              <a:lnSpc>
                <a:spcPts val="2640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GeeksforGeeks: Articles on Gamification in Education – https://www.geeksforgeeks.org/</a:t>
            </a:r>
          </a:p>
          <a:p>
            <a:pPr algn="l" marL="265430" indent="-132715" lvl="1">
              <a:lnSpc>
                <a:spcPts val="2640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Edutopia: Gamification in Classrooms – https://www.edutopia.org/</a:t>
            </a:r>
          </a:p>
          <a:p>
            <a:pPr algn="l" marL="265430" indent="-132715" lvl="1">
              <a:lnSpc>
                <a:spcPts val="2640"/>
              </a:lnSpc>
              <a:buAutoNum type="arabicPeriod" startAt="1"/>
            </a:pPr>
            <a:r>
              <a:rPr lang="en-US" b="true" sz="2200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Dev.to &amp; Medium blogs on gamification strategies.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419" y="2589580"/>
            <a:ext cx="18123162" cy="6668720"/>
            <a:chOff x="0" y="0"/>
            <a:chExt cx="24164216" cy="8891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64216" cy="8891627"/>
            </a:xfrm>
            <a:custGeom>
              <a:avLst/>
              <a:gdLst/>
              <a:ahLst/>
              <a:cxnLst/>
              <a:rect r="r" b="b" t="t" l="l"/>
              <a:pathLst>
                <a:path h="8891627" w="24164216">
                  <a:moveTo>
                    <a:pt x="0" y="0"/>
                  </a:moveTo>
                  <a:lnTo>
                    <a:pt x="24164216" y="0"/>
                  </a:lnTo>
                  <a:lnTo>
                    <a:pt x="24164216" y="8891627"/>
                  </a:lnTo>
                  <a:lnTo>
                    <a:pt x="0" y="8891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7645812" y="503692"/>
              <a:ext cx="1921779" cy="1653296"/>
              <a:chOff x="0" y="0"/>
              <a:chExt cx="1921779" cy="165329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16891" y="17018"/>
                <a:ext cx="1887855" cy="1619377"/>
              </a:xfrm>
              <a:custGeom>
                <a:avLst/>
                <a:gdLst/>
                <a:ahLst/>
                <a:cxnLst/>
                <a:rect r="r" b="b" t="t" l="l"/>
                <a:pathLst>
                  <a:path h="1619377" w="1887855">
                    <a:moveTo>
                      <a:pt x="0" y="269875"/>
                    </a:moveTo>
                    <a:cubicBezTo>
                      <a:pt x="0" y="120777"/>
                      <a:pt x="121158" y="0"/>
                      <a:pt x="270637" y="0"/>
                    </a:cubicBezTo>
                    <a:lnTo>
                      <a:pt x="1617218" y="0"/>
                    </a:lnTo>
                    <a:cubicBezTo>
                      <a:pt x="1766697" y="0"/>
                      <a:pt x="1887855" y="120904"/>
                      <a:pt x="1887855" y="269875"/>
                    </a:cubicBezTo>
                    <a:lnTo>
                      <a:pt x="1887855" y="1349502"/>
                    </a:lnTo>
                    <a:cubicBezTo>
                      <a:pt x="1887855" y="1498600"/>
                      <a:pt x="1766697" y="1619377"/>
                      <a:pt x="1617218" y="1619377"/>
                    </a:cubicBezTo>
                    <a:lnTo>
                      <a:pt x="270764" y="1619377"/>
                    </a:lnTo>
                    <a:cubicBezTo>
                      <a:pt x="121285" y="1619377"/>
                      <a:pt x="127" y="1498473"/>
                      <a:pt x="127" y="1349502"/>
                    </a:cubicBezTo>
                    <a:close/>
                  </a:path>
                </a:pathLst>
              </a:custGeom>
              <a:solidFill>
                <a:srgbClr val="4F81BD"/>
              </a:solidFill>
            </p:spPr>
          </p:sp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21764" cy="1653413"/>
              </a:xfrm>
              <a:custGeom>
                <a:avLst/>
                <a:gdLst/>
                <a:ahLst/>
                <a:cxnLst/>
                <a:rect r="r" b="b" t="t" l="l"/>
                <a:pathLst>
                  <a:path h="1653413" w="1921764">
                    <a:moveTo>
                      <a:pt x="0" y="286893"/>
                    </a:moveTo>
                    <a:cubicBezTo>
                      <a:pt x="0" y="128397"/>
                      <a:pt x="128778" y="0"/>
                      <a:pt x="287655" y="0"/>
                    </a:cubicBezTo>
                    <a:lnTo>
                      <a:pt x="1634109" y="0"/>
                    </a:lnTo>
                    <a:lnTo>
                      <a:pt x="1634109" y="16891"/>
                    </a:lnTo>
                    <a:lnTo>
                      <a:pt x="1634109" y="0"/>
                    </a:lnTo>
                    <a:cubicBezTo>
                      <a:pt x="1792859" y="0"/>
                      <a:pt x="1921764" y="128397"/>
                      <a:pt x="1921764" y="286893"/>
                    </a:cubicBezTo>
                    <a:lnTo>
                      <a:pt x="1904873" y="286893"/>
                    </a:lnTo>
                    <a:lnTo>
                      <a:pt x="1921764" y="286893"/>
                    </a:lnTo>
                    <a:lnTo>
                      <a:pt x="1921764" y="1366520"/>
                    </a:lnTo>
                    <a:lnTo>
                      <a:pt x="1904873" y="1366520"/>
                    </a:lnTo>
                    <a:lnTo>
                      <a:pt x="1921764" y="1366520"/>
                    </a:lnTo>
                    <a:cubicBezTo>
                      <a:pt x="1921764" y="1525016"/>
                      <a:pt x="1792986" y="1653413"/>
                      <a:pt x="1634109" y="1653413"/>
                    </a:cubicBezTo>
                    <a:lnTo>
                      <a:pt x="1634109" y="1636522"/>
                    </a:lnTo>
                    <a:lnTo>
                      <a:pt x="1634109" y="1653413"/>
                    </a:lnTo>
                    <a:lnTo>
                      <a:pt x="287655" y="1653413"/>
                    </a:lnTo>
                    <a:lnTo>
                      <a:pt x="287655" y="1636522"/>
                    </a:lnTo>
                    <a:lnTo>
                      <a:pt x="287655" y="1653413"/>
                    </a:lnTo>
                    <a:cubicBezTo>
                      <a:pt x="128778" y="1653286"/>
                      <a:pt x="0" y="1524889"/>
                      <a:pt x="0" y="1366520"/>
                    </a:cubicBezTo>
                    <a:lnTo>
                      <a:pt x="0" y="286893"/>
                    </a:lnTo>
                    <a:lnTo>
                      <a:pt x="16891" y="286893"/>
                    </a:lnTo>
                    <a:lnTo>
                      <a:pt x="0" y="286893"/>
                    </a:lnTo>
                    <a:moveTo>
                      <a:pt x="33909" y="286893"/>
                    </a:moveTo>
                    <a:lnTo>
                      <a:pt x="33909" y="1366520"/>
                    </a:lnTo>
                    <a:lnTo>
                      <a:pt x="16891" y="1366520"/>
                    </a:lnTo>
                    <a:lnTo>
                      <a:pt x="33909" y="1366520"/>
                    </a:lnTo>
                    <a:cubicBezTo>
                      <a:pt x="33909" y="1506220"/>
                      <a:pt x="147447" y="1619504"/>
                      <a:pt x="287655" y="1619504"/>
                    </a:cubicBezTo>
                    <a:lnTo>
                      <a:pt x="1634109" y="1619504"/>
                    </a:lnTo>
                    <a:cubicBezTo>
                      <a:pt x="1774317" y="1619504"/>
                      <a:pt x="1887855" y="1506220"/>
                      <a:pt x="1887855" y="1366520"/>
                    </a:cubicBezTo>
                    <a:lnTo>
                      <a:pt x="1887855" y="286893"/>
                    </a:lnTo>
                    <a:cubicBezTo>
                      <a:pt x="1887855" y="147193"/>
                      <a:pt x="1774317" y="33909"/>
                      <a:pt x="1634109" y="33909"/>
                    </a:cubicBezTo>
                    <a:lnTo>
                      <a:pt x="287655" y="33909"/>
                    </a:lnTo>
                    <a:lnTo>
                      <a:pt x="287655" y="16891"/>
                    </a:lnTo>
                    <a:lnTo>
                      <a:pt x="287655" y="33909"/>
                    </a:lnTo>
                    <a:cubicBezTo>
                      <a:pt x="147447" y="33909"/>
                      <a:pt x="33909" y="147193"/>
                      <a:pt x="33909" y="286893"/>
                    </a:cubicBezTo>
                    <a:close/>
                  </a:path>
                </a:pathLst>
              </a:custGeom>
              <a:solidFill>
                <a:srgbClr val="1C334E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19050"/>
                <a:ext cx="1921779" cy="16723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School And Admins</a:t>
                </a:r>
              </a:p>
            </p:txBody>
          </p:sp>
        </p:grpSp>
        <p:sp>
          <p:nvSpPr>
            <p:cNvPr name="AutoShape 8" id="8"/>
            <p:cNvSpPr/>
            <p:nvPr/>
          </p:nvSpPr>
          <p:spPr>
            <a:xfrm>
              <a:off x="9500363" y="1338336"/>
              <a:ext cx="745067" cy="33867"/>
            </a:xfrm>
            <a:prstGeom prst="line">
              <a:avLst/>
            </a:prstGeom>
            <a:ln cap="rnd" w="254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9" id="9"/>
            <p:cNvGrpSpPr/>
            <p:nvPr/>
          </p:nvGrpSpPr>
          <p:grpSpPr>
            <a:xfrm rot="0">
              <a:off x="10211563" y="998604"/>
              <a:ext cx="2884879" cy="850731"/>
              <a:chOff x="0" y="0"/>
              <a:chExt cx="2884879" cy="85073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6891"/>
                <a:ext cx="2851023" cy="816864"/>
              </a:xfrm>
              <a:custGeom>
                <a:avLst/>
                <a:gdLst/>
                <a:ahLst/>
                <a:cxnLst/>
                <a:rect r="r" b="b" t="t" l="l"/>
                <a:pathLst>
                  <a:path h="816864" w="2851023">
                    <a:moveTo>
                      <a:pt x="0" y="136144"/>
                    </a:moveTo>
                    <a:cubicBezTo>
                      <a:pt x="0" y="60960"/>
                      <a:pt x="62738" y="0"/>
                      <a:pt x="140081" y="0"/>
                    </a:cubicBezTo>
                    <a:lnTo>
                      <a:pt x="2710942" y="0"/>
                    </a:lnTo>
                    <a:cubicBezTo>
                      <a:pt x="2788285" y="0"/>
                      <a:pt x="2851023" y="60960"/>
                      <a:pt x="2851023" y="136144"/>
                    </a:cubicBezTo>
                    <a:lnTo>
                      <a:pt x="2851023" y="680720"/>
                    </a:lnTo>
                    <a:cubicBezTo>
                      <a:pt x="2851023" y="755904"/>
                      <a:pt x="2788285" y="816864"/>
                      <a:pt x="2710942" y="816864"/>
                    </a:cubicBezTo>
                    <a:lnTo>
                      <a:pt x="140208" y="816864"/>
                    </a:lnTo>
                    <a:cubicBezTo>
                      <a:pt x="62865" y="816864"/>
                      <a:pt x="127" y="755904"/>
                      <a:pt x="127" y="680720"/>
                    </a:cubicBezTo>
                    <a:close/>
                  </a:path>
                </a:pathLst>
              </a:custGeom>
              <a:solidFill>
                <a:srgbClr val="4F81BD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884932" cy="850773"/>
              </a:xfrm>
              <a:custGeom>
                <a:avLst/>
                <a:gdLst/>
                <a:ahLst/>
                <a:cxnLst/>
                <a:rect r="r" b="b" t="t" l="l"/>
                <a:pathLst>
                  <a:path h="850773" w="2884932">
                    <a:moveTo>
                      <a:pt x="0" y="153035"/>
                    </a:moveTo>
                    <a:cubicBezTo>
                      <a:pt x="0" y="68072"/>
                      <a:pt x="70739" y="0"/>
                      <a:pt x="157099" y="0"/>
                    </a:cubicBezTo>
                    <a:lnTo>
                      <a:pt x="2727833" y="0"/>
                    </a:lnTo>
                    <a:lnTo>
                      <a:pt x="2727833" y="16891"/>
                    </a:lnTo>
                    <a:lnTo>
                      <a:pt x="2727833" y="0"/>
                    </a:lnTo>
                    <a:cubicBezTo>
                      <a:pt x="2814066" y="0"/>
                      <a:pt x="2884932" y="68072"/>
                      <a:pt x="2884932" y="153035"/>
                    </a:cubicBezTo>
                    <a:lnTo>
                      <a:pt x="2868041" y="153035"/>
                    </a:lnTo>
                    <a:lnTo>
                      <a:pt x="2884932" y="153035"/>
                    </a:lnTo>
                    <a:lnTo>
                      <a:pt x="2884932" y="697611"/>
                    </a:lnTo>
                    <a:lnTo>
                      <a:pt x="2868041" y="697611"/>
                    </a:lnTo>
                    <a:lnTo>
                      <a:pt x="2884932" y="697611"/>
                    </a:lnTo>
                    <a:cubicBezTo>
                      <a:pt x="2884932" y="782574"/>
                      <a:pt x="2814193" y="850646"/>
                      <a:pt x="2727833" y="850646"/>
                    </a:cubicBezTo>
                    <a:lnTo>
                      <a:pt x="2727833" y="833755"/>
                    </a:lnTo>
                    <a:lnTo>
                      <a:pt x="2727833" y="850646"/>
                    </a:lnTo>
                    <a:lnTo>
                      <a:pt x="157099" y="850646"/>
                    </a:lnTo>
                    <a:lnTo>
                      <a:pt x="157099" y="833755"/>
                    </a:lnTo>
                    <a:lnTo>
                      <a:pt x="157099" y="850646"/>
                    </a:lnTo>
                    <a:cubicBezTo>
                      <a:pt x="70739" y="850773"/>
                      <a:pt x="0" y="782701"/>
                      <a:pt x="0" y="697611"/>
                    </a:cubicBezTo>
                    <a:lnTo>
                      <a:pt x="0" y="153035"/>
                    </a:lnTo>
                    <a:lnTo>
                      <a:pt x="16891" y="153035"/>
                    </a:lnTo>
                    <a:lnTo>
                      <a:pt x="0" y="153035"/>
                    </a:lnTo>
                    <a:moveTo>
                      <a:pt x="33909" y="153035"/>
                    </a:moveTo>
                    <a:lnTo>
                      <a:pt x="33909" y="697611"/>
                    </a:lnTo>
                    <a:lnTo>
                      <a:pt x="16891" y="697611"/>
                    </a:lnTo>
                    <a:lnTo>
                      <a:pt x="33909" y="697611"/>
                    </a:lnTo>
                    <a:cubicBezTo>
                      <a:pt x="33909" y="763016"/>
                      <a:pt x="88646" y="816864"/>
                      <a:pt x="157099" y="816864"/>
                    </a:cubicBezTo>
                    <a:lnTo>
                      <a:pt x="2727833" y="816864"/>
                    </a:lnTo>
                    <a:cubicBezTo>
                      <a:pt x="2796286" y="816864"/>
                      <a:pt x="2851023" y="763016"/>
                      <a:pt x="2851023" y="697611"/>
                    </a:cubicBezTo>
                    <a:lnTo>
                      <a:pt x="2851023" y="153035"/>
                    </a:lnTo>
                    <a:cubicBezTo>
                      <a:pt x="2851023" y="87630"/>
                      <a:pt x="2796286" y="33782"/>
                      <a:pt x="2727833" y="33782"/>
                    </a:cubicBezTo>
                    <a:lnTo>
                      <a:pt x="157099" y="33782"/>
                    </a:lnTo>
                    <a:lnTo>
                      <a:pt x="157099" y="16891"/>
                    </a:lnTo>
                    <a:lnTo>
                      <a:pt x="157099" y="33909"/>
                    </a:lnTo>
                    <a:cubicBezTo>
                      <a:pt x="88646" y="33909"/>
                      <a:pt x="33909" y="87757"/>
                      <a:pt x="33909" y="153162"/>
                    </a:cubicBezTo>
                    <a:close/>
                  </a:path>
                </a:pathLst>
              </a:custGeom>
              <a:solidFill>
                <a:srgbClr val="1C334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9050"/>
                <a:ext cx="2884879" cy="8697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Admin Dashboard</a:t>
                </a:r>
              </a:p>
            </p:txBody>
          </p:sp>
        </p:grpSp>
        <p:sp>
          <p:nvSpPr>
            <p:cNvPr name="AutoShape 13" id="13"/>
            <p:cNvSpPr/>
            <p:nvPr/>
          </p:nvSpPr>
          <p:spPr>
            <a:xfrm>
              <a:off x="11654002" y="1849250"/>
              <a:ext cx="16934" cy="1176639"/>
            </a:xfrm>
            <a:prstGeom prst="line">
              <a:avLst/>
            </a:prstGeom>
            <a:ln cap="rnd" w="254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14" id="14"/>
            <p:cNvGrpSpPr/>
            <p:nvPr/>
          </p:nvGrpSpPr>
          <p:grpSpPr>
            <a:xfrm rot="0">
              <a:off x="694265" y="3854391"/>
              <a:ext cx="2370667" cy="2149676"/>
              <a:chOff x="0" y="0"/>
              <a:chExt cx="2370667" cy="214967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16891" y="16891"/>
                <a:ext cx="2336927" cy="2115947"/>
              </a:xfrm>
              <a:custGeom>
                <a:avLst/>
                <a:gdLst/>
                <a:ahLst/>
                <a:cxnLst/>
                <a:rect r="r" b="b" t="t" l="l"/>
                <a:pathLst>
                  <a:path h="2115947" w="2336927">
                    <a:moveTo>
                      <a:pt x="0" y="352679"/>
                    </a:moveTo>
                    <a:cubicBezTo>
                      <a:pt x="0" y="157861"/>
                      <a:pt x="158115" y="0"/>
                      <a:pt x="353187" y="0"/>
                    </a:cubicBezTo>
                    <a:lnTo>
                      <a:pt x="1983740" y="0"/>
                    </a:lnTo>
                    <a:cubicBezTo>
                      <a:pt x="2178812" y="0"/>
                      <a:pt x="2336927" y="157861"/>
                      <a:pt x="2336927" y="352679"/>
                    </a:cubicBezTo>
                    <a:lnTo>
                      <a:pt x="2336927" y="1763268"/>
                    </a:lnTo>
                    <a:cubicBezTo>
                      <a:pt x="2336927" y="1958086"/>
                      <a:pt x="2178812" y="2115947"/>
                      <a:pt x="1983740" y="2115947"/>
                    </a:cubicBezTo>
                    <a:lnTo>
                      <a:pt x="353187" y="2115947"/>
                    </a:lnTo>
                    <a:cubicBezTo>
                      <a:pt x="158115" y="2115947"/>
                      <a:pt x="0" y="1958086"/>
                      <a:pt x="0" y="1763268"/>
                    </a:cubicBezTo>
                    <a:close/>
                  </a:path>
                </a:pathLst>
              </a:custGeom>
              <a:solidFill>
                <a:srgbClr val="4F81BD"/>
              </a:solidFill>
            </p:spPr>
          </p:sp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370709" cy="2149729"/>
              </a:xfrm>
              <a:custGeom>
                <a:avLst/>
                <a:gdLst/>
                <a:ahLst/>
                <a:cxnLst/>
                <a:rect r="r" b="b" t="t" l="l"/>
                <a:pathLst>
                  <a:path h="2149729" w="2370709">
                    <a:moveTo>
                      <a:pt x="0" y="369570"/>
                    </a:moveTo>
                    <a:cubicBezTo>
                      <a:pt x="0" y="165481"/>
                      <a:pt x="165735" y="0"/>
                      <a:pt x="370078" y="0"/>
                    </a:cubicBezTo>
                    <a:lnTo>
                      <a:pt x="2000631" y="0"/>
                    </a:lnTo>
                    <a:lnTo>
                      <a:pt x="2000631" y="16891"/>
                    </a:lnTo>
                    <a:lnTo>
                      <a:pt x="2000631" y="0"/>
                    </a:lnTo>
                    <a:lnTo>
                      <a:pt x="2000631" y="16891"/>
                    </a:lnTo>
                    <a:lnTo>
                      <a:pt x="2000631" y="0"/>
                    </a:lnTo>
                    <a:cubicBezTo>
                      <a:pt x="2204974" y="0"/>
                      <a:pt x="2370709" y="165481"/>
                      <a:pt x="2370709" y="369570"/>
                    </a:cubicBezTo>
                    <a:lnTo>
                      <a:pt x="2370709" y="1780159"/>
                    </a:lnTo>
                    <a:lnTo>
                      <a:pt x="2353818" y="1780159"/>
                    </a:lnTo>
                    <a:lnTo>
                      <a:pt x="2370709" y="1780159"/>
                    </a:lnTo>
                    <a:cubicBezTo>
                      <a:pt x="2370709" y="1984248"/>
                      <a:pt x="2204974" y="2149729"/>
                      <a:pt x="2000631" y="2149729"/>
                    </a:cubicBezTo>
                    <a:lnTo>
                      <a:pt x="2000631" y="2132838"/>
                    </a:lnTo>
                    <a:lnTo>
                      <a:pt x="2000631" y="2149729"/>
                    </a:lnTo>
                    <a:lnTo>
                      <a:pt x="370078" y="2149729"/>
                    </a:lnTo>
                    <a:lnTo>
                      <a:pt x="370078" y="2132838"/>
                    </a:lnTo>
                    <a:lnTo>
                      <a:pt x="370078" y="2149729"/>
                    </a:lnTo>
                    <a:cubicBezTo>
                      <a:pt x="165735" y="2149729"/>
                      <a:pt x="0" y="1984248"/>
                      <a:pt x="0" y="1780159"/>
                    </a:cubicBezTo>
                    <a:lnTo>
                      <a:pt x="0" y="369570"/>
                    </a:lnTo>
                    <a:lnTo>
                      <a:pt x="16891" y="369570"/>
                    </a:lnTo>
                    <a:lnTo>
                      <a:pt x="0" y="369570"/>
                    </a:lnTo>
                    <a:moveTo>
                      <a:pt x="33909" y="369570"/>
                    </a:moveTo>
                    <a:lnTo>
                      <a:pt x="33909" y="1780159"/>
                    </a:lnTo>
                    <a:lnTo>
                      <a:pt x="16891" y="1780159"/>
                    </a:lnTo>
                    <a:lnTo>
                      <a:pt x="33909" y="1780159"/>
                    </a:lnTo>
                    <a:cubicBezTo>
                      <a:pt x="33909" y="1965579"/>
                      <a:pt x="184404" y="2115820"/>
                      <a:pt x="370078" y="2115820"/>
                    </a:cubicBezTo>
                    <a:lnTo>
                      <a:pt x="2000631" y="2115820"/>
                    </a:lnTo>
                    <a:cubicBezTo>
                      <a:pt x="2186305" y="2115820"/>
                      <a:pt x="2336800" y="1965452"/>
                      <a:pt x="2336800" y="1780159"/>
                    </a:cubicBezTo>
                    <a:lnTo>
                      <a:pt x="2336800" y="369570"/>
                    </a:lnTo>
                    <a:lnTo>
                      <a:pt x="2353691" y="369570"/>
                    </a:lnTo>
                    <a:lnTo>
                      <a:pt x="2336800" y="369570"/>
                    </a:lnTo>
                    <a:cubicBezTo>
                      <a:pt x="2336800" y="184150"/>
                      <a:pt x="2186305" y="33909"/>
                      <a:pt x="2000631" y="33909"/>
                    </a:cubicBezTo>
                    <a:lnTo>
                      <a:pt x="370078" y="33909"/>
                    </a:lnTo>
                    <a:lnTo>
                      <a:pt x="370078" y="16891"/>
                    </a:lnTo>
                    <a:lnTo>
                      <a:pt x="370078" y="33909"/>
                    </a:lnTo>
                    <a:cubicBezTo>
                      <a:pt x="184404" y="33909"/>
                      <a:pt x="33909" y="184150"/>
                      <a:pt x="33909" y="369570"/>
                    </a:cubicBezTo>
                    <a:close/>
                  </a:path>
                </a:pathLst>
              </a:custGeom>
              <a:solidFill>
                <a:srgbClr val="1C334E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9050"/>
                <a:ext cx="2370667" cy="21687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Student User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4232700" y="2942795"/>
              <a:ext cx="12750799" cy="3801104"/>
              <a:chOff x="0" y="0"/>
              <a:chExt cx="12750799" cy="380110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25400" y="25400"/>
                <a:ext cx="12700000" cy="3750310"/>
              </a:xfrm>
              <a:custGeom>
                <a:avLst/>
                <a:gdLst/>
                <a:ahLst/>
                <a:cxnLst/>
                <a:rect r="r" b="b" t="t" l="l"/>
                <a:pathLst>
                  <a:path h="3750310" w="12700000">
                    <a:moveTo>
                      <a:pt x="0" y="625094"/>
                    </a:moveTo>
                    <a:cubicBezTo>
                      <a:pt x="0" y="279908"/>
                      <a:pt x="282448" y="0"/>
                      <a:pt x="630936" y="0"/>
                    </a:cubicBezTo>
                    <a:lnTo>
                      <a:pt x="12069064" y="0"/>
                    </a:lnTo>
                    <a:cubicBezTo>
                      <a:pt x="12417552" y="0"/>
                      <a:pt x="12700000" y="279908"/>
                      <a:pt x="12700000" y="625094"/>
                    </a:cubicBezTo>
                    <a:lnTo>
                      <a:pt x="12700000" y="3125216"/>
                    </a:lnTo>
                    <a:cubicBezTo>
                      <a:pt x="12700000" y="3470402"/>
                      <a:pt x="12417552" y="3750310"/>
                      <a:pt x="12069064" y="3750310"/>
                    </a:cubicBezTo>
                    <a:lnTo>
                      <a:pt x="630936" y="3750310"/>
                    </a:lnTo>
                    <a:cubicBezTo>
                      <a:pt x="282448" y="3750310"/>
                      <a:pt x="0" y="3470402"/>
                      <a:pt x="0" y="3125216"/>
                    </a:cubicBezTo>
                    <a:close/>
                  </a:path>
                </a:pathLst>
              </a:custGeom>
              <a:solidFill>
                <a:srgbClr val="4F81BD"/>
              </a:solidFill>
            </p:spPr>
          </p:sp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750800" cy="3801110"/>
              </a:xfrm>
              <a:custGeom>
                <a:avLst/>
                <a:gdLst/>
                <a:ahLst/>
                <a:cxnLst/>
                <a:rect r="r" b="b" t="t" l="l"/>
                <a:pathLst>
                  <a:path h="3801110" w="12750800">
                    <a:moveTo>
                      <a:pt x="0" y="650494"/>
                    </a:moveTo>
                    <a:cubicBezTo>
                      <a:pt x="0" y="290957"/>
                      <a:pt x="294132" y="0"/>
                      <a:pt x="656336" y="0"/>
                    </a:cubicBezTo>
                    <a:lnTo>
                      <a:pt x="12094464" y="0"/>
                    </a:lnTo>
                    <a:lnTo>
                      <a:pt x="12094464" y="25400"/>
                    </a:lnTo>
                    <a:lnTo>
                      <a:pt x="12094464" y="0"/>
                    </a:lnTo>
                    <a:cubicBezTo>
                      <a:pt x="12456668" y="0"/>
                      <a:pt x="12750800" y="290957"/>
                      <a:pt x="12750800" y="650494"/>
                    </a:cubicBezTo>
                    <a:lnTo>
                      <a:pt x="12725400" y="650494"/>
                    </a:lnTo>
                    <a:lnTo>
                      <a:pt x="12750800" y="650494"/>
                    </a:lnTo>
                    <a:lnTo>
                      <a:pt x="12750800" y="3150616"/>
                    </a:lnTo>
                    <a:lnTo>
                      <a:pt x="12725400" y="3150616"/>
                    </a:lnTo>
                    <a:lnTo>
                      <a:pt x="12750800" y="3150616"/>
                    </a:lnTo>
                    <a:cubicBezTo>
                      <a:pt x="12750800" y="3510026"/>
                      <a:pt x="12456668" y="3801110"/>
                      <a:pt x="12094464" y="3801110"/>
                    </a:cubicBezTo>
                    <a:lnTo>
                      <a:pt x="12094464" y="3775710"/>
                    </a:lnTo>
                    <a:lnTo>
                      <a:pt x="12094464" y="3801110"/>
                    </a:lnTo>
                    <a:lnTo>
                      <a:pt x="656336" y="3801110"/>
                    </a:lnTo>
                    <a:lnTo>
                      <a:pt x="656336" y="3775710"/>
                    </a:lnTo>
                    <a:lnTo>
                      <a:pt x="656336" y="3801110"/>
                    </a:lnTo>
                    <a:cubicBezTo>
                      <a:pt x="294132" y="3801110"/>
                      <a:pt x="0" y="3510153"/>
                      <a:pt x="0" y="3150616"/>
                    </a:cubicBezTo>
                    <a:lnTo>
                      <a:pt x="0" y="650494"/>
                    </a:lnTo>
                    <a:lnTo>
                      <a:pt x="25400" y="650494"/>
                    </a:lnTo>
                    <a:lnTo>
                      <a:pt x="0" y="650494"/>
                    </a:lnTo>
                    <a:moveTo>
                      <a:pt x="50800" y="650494"/>
                    </a:moveTo>
                    <a:lnTo>
                      <a:pt x="50800" y="3150616"/>
                    </a:lnTo>
                    <a:lnTo>
                      <a:pt x="25400" y="3150616"/>
                    </a:lnTo>
                    <a:lnTo>
                      <a:pt x="50800" y="3150616"/>
                    </a:lnTo>
                    <a:cubicBezTo>
                      <a:pt x="50800" y="3481578"/>
                      <a:pt x="321691" y="3750310"/>
                      <a:pt x="656336" y="3750310"/>
                    </a:cubicBezTo>
                    <a:lnTo>
                      <a:pt x="12094464" y="3750310"/>
                    </a:lnTo>
                    <a:cubicBezTo>
                      <a:pt x="12429109" y="3750310"/>
                      <a:pt x="12700000" y="3481578"/>
                      <a:pt x="12700000" y="3150616"/>
                    </a:cubicBezTo>
                    <a:lnTo>
                      <a:pt x="12700000" y="650494"/>
                    </a:lnTo>
                    <a:cubicBezTo>
                      <a:pt x="12700000" y="319532"/>
                      <a:pt x="12429109" y="50800"/>
                      <a:pt x="12094464" y="50800"/>
                    </a:cubicBezTo>
                    <a:lnTo>
                      <a:pt x="656336" y="50800"/>
                    </a:lnTo>
                    <a:lnTo>
                      <a:pt x="656336" y="25400"/>
                    </a:lnTo>
                    <a:lnTo>
                      <a:pt x="656336" y="50800"/>
                    </a:lnTo>
                    <a:cubicBezTo>
                      <a:pt x="321691" y="50800"/>
                      <a:pt x="50800" y="319532"/>
                      <a:pt x="50800" y="650494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12750799" cy="38201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The EcoQuest Web App</a:t>
                </a:r>
              </a:p>
              <a:p>
                <a:pPr algn="ctr">
                  <a:lnSpc>
                    <a:spcPts val="2160"/>
                  </a:lnSpc>
                </a:pPr>
              </a:p>
              <a:p>
                <a:pPr algn="ctr">
                  <a:lnSpc>
                    <a:spcPts val="2160"/>
                  </a:lnSpc>
                </a:pPr>
              </a:p>
              <a:p>
                <a:pPr algn="ctr">
                  <a:lnSpc>
                    <a:spcPts val="2160"/>
                  </a:lnSpc>
                </a:pPr>
              </a:p>
              <a:p>
                <a:pPr algn="ctr">
                  <a:lnSpc>
                    <a:spcPts val="2160"/>
                  </a:lnSpc>
                </a:pPr>
              </a:p>
              <a:p>
                <a:pPr algn="ctr">
                  <a:lnSpc>
                    <a:spcPts val="2160"/>
                  </a:lnSpc>
                </a:pPr>
              </a:p>
              <a:p>
                <a:pPr algn="ctr">
                  <a:lnSpc>
                    <a:spcPts val="2160"/>
                  </a:lnSpc>
                </a:pPr>
              </a:p>
              <a:p>
                <a:pPr algn="ctr">
                  <a:lnSpc>
                    <a:spcPts val="2160"/>
                  </a:lnSpc>
                </a:pPr>
              </a:p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AutoShape 22" id="22"/>
            <p:cNvSpPr/>
            <p:nvPr/>
          </p:nvSpPr>
          <p:spPr>
            <a:xfrm>
              <a:off x="3048083" y="4929229"/>
              <a:ext cx="1236049" cy="16934"/>
            </a:xfrm>
            <a:prstGeom prst="line">
              <a:avLst/>
            </a:prstGeom>
            <a:ln cap="rnd" w="254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23" id="23"/>
            <p:cNvGrpSpPr/>
            <p:nvPr/>
          </p:nvGrpSpPr>
          <p:grpSpPr>
            <a:xfrm rot="0">
              <a:off x="17934419" y="2951261"/>
              <a:ext cx="5723467" cy="3784171"/>
              <a:chOff x="0" y="0"/>
              <a:chExt cx="5723467" cy="378417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16891" y="16891"/>
                <a:ext cx="5689727" cy="3750437"/>
              </a:xfrm>
              <a:custGeom>
                <a:avLst/>
                <a:gdLst/>
                <a:ahLst/>
                <a:cxnLst/>
                <a:rect r="r" b="b" t="t" l="l"/>
                <a:pathLst>
                  <a:path h="3750437" w="5689727">
                    <a:moveTo>
                      <a:pt x="0" y="625094"/>
                    </a:moveTo>
                    <a:cubicBezTo>
                      <a:pt x="0" y="279908"/>
                      <a:pt x="280670" y="0"/>
                      <a:pt x="626999" y="0"/>
                    </a:cubicBezTo>
                    <a:lnTo>
                      <a:pt x="5062728" y="0"/>
                    </a:lnTo>
                    <a:cubicBezTo>
                      <a:pt x="5408930" y="0"/>
                      <a:pt x="5689727" y="279908"/>
                      <a:pt x="5689727" y="625094"/>
                    </a:cubicBezTo>
                    <a:lnTo>
                      <a:pt x="5689727" y="3125343"/>
                    </a:lnTo>
                    <a:cubicBezTo>
                      <a:pt x="5689727" y="3470529"/>
                      <a:pt x="5409057" y="3750437"/>
                      <a:pt x="5062728" y="3750437"/>
                    </a:cubicBezTo>
                    <a:lnTo>
                      <a:pt x="626999" y="3750437"/>
                    </a:lnTo>
                    <a:cubicBezTo>
                      <a:pt x="280797" y="3750437"/>
                      <a:pt x="0" y="3470529"/>
                      <a:pt x="0" y="3125343"/>
                    </a:cubicBezTo>
                    <a:close/>
                  </a:path>
                </a:pathLst>
              </a:custGeom>
              <a:solidFill>
                <a:srgbClr val="4F81BD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5723509" cy="3784219"/>
              </a:xfrm>
              <a:custGeom>
                <a:avLst/>
                <a:gdLst/>
                <a:ahLst/>
                <a:cxnLst/>
                <a:rect r="r" b="b" t="t" l="l"/>
                <a:pathLst>
                  <a:path h="3784219" w="5723509">
                    <a:moveTo>
                      <a:pt x="0" y="641985"/>
                    </a:moveTo>
                    <a:cubicBezTo>
                      <a:pt x="0" y="287401"/>
                      <a:pt x="288290" y="0"/>
                      <a:pt x="643890" y="0"/>
                    </a:cubicBezTo>
                    <a:lnTo>
                      <a:pt x="5079619" y="0"/>
                    </a:lnTo>
                    <a:lnTo>
                      <a:pt x="5079619" y="16891"/>
                    </a:lnTo>
                    <a:lnTo>
                      <a:pt x="5079619" y="0"/>
                    </a:lnTo>
                    <a:cubicBezTo>
                      <a:pt x="5435219" y="0"/>
                      <a:pt x="5723509" y="287401"/>
                      <a:pt x="5723509" y="641985"/>
                    </a:cubicBezTo>
                    <a:lnTo>
                      <a:pt x="5706618" y="641985"/>
                    </a:lnTo>
                    <a:lnTo>
                      <a:pt x="5723509" y="641985"/>
                    </a:lnTo>
                    <a:lnTo>
                      <a:pt x="5723509" y="3142234"/>
                    </a:lnTo>
                    <a:lnTo>
                      <a:pt x="5706618" y="3142234"/>
                    </a:lnTo>
                    <a:lnTo>
                      <a:pt x="5723509" y="3142234"/>
                    </a:lnTo>
                    <a:cubicBezTo>
                      <a:pt x="5723509" y="3496818"/>
                      <a:pt x="5435219" y="3784219"/>
                      <a:pt x="5079619" y="3784219"/>
                    </a:cubicBezTo>
                    <a:lnTo>
                      <a:pt x="5079619" y="3767328"/>
                    </a:lnTo>
                    <a:lnTo>
                      <a:pt x="5079619" y="3784219"/>
                    </a:lnTo>
                    <a:lnTo>
                      <a:pt x="643890" y="3784219"/>
                    </a:lnTo>
                    <a:lnTo>
                      <a:pt x="643890" y="3767328"/>
                    </a:lnTo>
                    <a:lnTo>
                      <a:pt x="643890" y="3784219"/>
                    </a:lnTo>
                    <a:cubicBezTo>
                      <a:pt x="288290" y="3784219"/>
                      <a:pt x="0" y="3496818"/>
                      <a:pt x="0" y="3142234"/>
                    </a:cubicBezTo>
                    <a:lnTo>
                      <a:pt x="0" y="641985"/>
                    </a:lnTo>
                    <a:lnTo>
                      <a:pt x="16891" y="641985"/>
                    </a:lnTo>
                    <a:lnTo>
                      <a:pt x="0" y="641985"/>
                    </a:lnTo>
                    <a:moveTo>
                      <a:pt x="33909" y="641985"/>
                    </a:moveTo>
                    <a:lnTo>
                      <a:pt x="33909" y="3142234"/>
                    </a:lnTo>
                    <a:lnTo>
                      <a:pt x="16891" y="3142234"/>
                    </a:lnTo>
                    <a:lnTo>
                      <a:pt x="33909" y="3142234"/>
                    </a:lnTo>
                    <a:cubicBezTo>
                      <a:pt x="33909" y="3478022"/>
                      <a:pt x="306959" y="3750310"/>
                      <a:pt x="643890" y="3750310"/>
                    </a:cubicBezTo>
                    <a:lnTo>
                      <a:pt x="5079619" y="3750310"/>
                    </a:lnTo>
                    <a:cubicBezTo>
                      <a:pt x="5416550" y="3750310"/>
                      <a:pt x="5689600" y="3478022"/>
                      <a:pt x="5689600" y="3142234"/>
                    </a:cubicBezTo>
                    <a:lnTo>
                      <a:pt x="5689600" y="641985"/>
                    </a:lnTo>
                    <a:cubicBezTo>
                      <a:pt x="5689600" y="306197"/>
                      <a:pt x="5416550" y="33909"/>
                      <a:pt x="5079619" y="33909"/>
                    </a:cubicBezTo>
                    <a:lnTo>
                      <a:pt x="643890" y="33909"/>
                    </a:lnTo>
                    <a:lnTo>
                      <a:pt x="643890" y="16891"/>
                    </a:lnTo>
                    <a:lnTo>
                      <a:pt x="643890" y="33909"/>
                    </a:lnTo>
                    <a:cubicBezTo>
                      <a:pt x="306959" y="33909"/>
                      <a:pt x="33909" y="306197"/>
                      <a:pt x="33909" y="641985"/>
                    </a:cubicBezTo>
                    <a:close/>
                  </a:path>
                </a:pathLst>
              </a:custGeom>
              <a:solidFill>
                <a:srgbClr val="1C334E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9050"/>
                <a:ext cx="5723467" cy="3803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Impact And Recognition</a:t>
                </a:r>
              </a:p>
              <a:p>
                <a:pPr algn="ctr">
                  <a:lnSpc>
                    <a:spcPts val="2160"/>
                  </a:lnSpc>
                </a:pPr>
              </a:p>
              <a:p>
                <a:pPr algn="ctr">
                  <a:lnSpc>
                    <a:spcPts val="2160"/>
                  </a:lnSpc>
                </a:pPr>
              </a:p>
              <a:p>
                <a:pPr algn="ctr">
                  <a:lnSpc>
                    <a:spcPts val="2160"/>
                  </a:lnSpc>
                </a:pPr>
              </a:p>
              <a:p>
                <a:pPr algn="ctr">
                  <a:lnSpc>
                    <a:spcPts val="2160"/>
                  </a:lnSpc>
                </a:pPr>
              </a:p>
              <a:p>
                <a:pPr algn="ctr">
                  <a:lnSpc>
                    <a:spcPts val="2160"/>
                  </a:lnSpc>
                </a:pPr>
              </a:p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Freeform 27" id="27"/>
            <p:cNvSpPr/>
            <p:nvPr/>
          </p:nvSpPr>
          <p:spPr>
            <a:xfrm flipH="false" flipV="false" rot="0">
              <a:off x="18189903" y="4211678"/>
              <a:ext cx="5212499" cy="482860"/>
            </a:xfrm>
            <a:custGeom>
              <a:avLst/>
              <a:gdLst/>
              <a:ahLst/>
              <a:cxnLst/>
              <a:rect r="r" b="b" t="t" l="l"/>
              <a:pathLst>
                <a:path h="482860" w="5212499">
                  <a:moveTo>
                    <a:pt x="0" y="0"/>
                  </a:moveTo>
                  <a:lnTo>
                    <a:pt x="5212499" y="0"/>
                  </a:lnTo>
                  <a:lnTo>
                    <a:pt x="5212499" y="482860"/>
                  </a:lnTo>
                  <a:lnTo>
                    <a:pt x="0" y="482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8" id="28"/>
            <p:cNvGrpSpPr/>
            <p:nvPr/>
          </p:nvGrpSpPr>
          <p:grpSpPr>
            <a:xfrm rot="0">
              <a:off x="18189903" y="4211678"/>
              <a:ext cx="5212499" cy="482860"/>
              <a:chOff x="0" y="0"/>
              <a:chExt cx="5212499" cy="48286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212499" cy="482860"/>
              </a:xfrm>
              <a:custGeom>
                <a:avLst/>
                <a:gdLst/>
                <a:ahLst/>
                <a:cxnLst/>
                <a:rect r="r" b="b" t="t" l="l"/>
                <a:pathLst>
                  <a:path h="482860" w="5212499">
                    <a:moveTo>
                      <a:pt x="0" y="0"/>
                    </a:moveTo>
                    <a:lnTo>
                      <a:pt x="5212499" y="0"/>
                    </a:lnTo>
                    <a:lnTo>
                      <a:pt x="5212499" y="482860"/>
                    </a:lnTo>
                    <a:lnTo>
                      <a:pt x="0" y="48286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19050"/>
                <a:ext cx="5212499" cy="5019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Earns Eco-Coins &amp; Badges</a:t>
                </a: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18189903" y="4859074"/>
              <a:ext cx="5212499" cy="482860"/>
            </a:xfrm>
            <a:custGeom>
              <a:avLst/>
              <a:gdLst/>
              <a:ahLst/>
              <a:cxnLst/>
              <a:rect r="r" b="b" t="t" l="l"/>
              <a:pathLst>
                <a:path h="482860" w="5212499">
                  <a:moveTo>
                    <a:pt x="0" y="0"/>
                  </a:moveTo>
                  <a:lnTo>
                    <a:pt x="5212499" y="0"/>
                  </a:lnTo>
                  <a:lnTo>
                    <a:pt x="5212499" y="482860"/>
                  </a:lnTo>
                  <a:lnTo>
                    <a:pt x="0" y="482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2" id="32"/>
            <p:cNvGrpSpPr/>
            <p:nvPr/>
          </p:nvGrpSpPr>
          <p:grpSpPr>
            <a:xfrm rot="0">
              <a:off x="18189903" y="4859074"/>
              <a:ext cx="5212499" cy="482860"/>
              <a:chOff x="0" y="0"/>
              <a:chExt cx="5212499" cy="48286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5212499" cy="482860"/>
              </a:xfrm>
              <a:custGeom>
                <a:avLst/>
                <a:gdLst/>
                <a:ahLst/>
                <a:cxnLst/>
                <a:rect r="r" b="b" t="t" l="l"/>
                <a:pathLst>
                  <a:path h="482860" w="5212499">
                    <a:moveTo>
                      <a:pt x="0" y="0"/>
                    </a:moveTo>
                    <a:lnTo>
                      <a:pt x="5212499" y="0"/>
                    </a:lnTo>
                    <a:lnTo>
                      <a:pt x="5212499" y="482860"/>
                    </a:lnTo>
                    <a:lnTo>
                      <a:pt x="0" y="48286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19050"/>
                <a:ext cx="5212499" cy="5019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true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Climbs the “Wall Of Fame”</a:t>
                </a: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18189903" y="5476781"/>
              <a:ext cx="5212499" cy="482860"/>
            </a:xfrm>
            <a:custGeom>
              <a:avLst/>
              <a:gdLst/>
              <a:ahLst/>
              <a:cxnLst/>
              <a:rect r="r" b="b" t="t" l="l"/>
              <a:pathLst>
                <a:path h="482860" w="5212499">
                  <a:moveTo>
                    <a:pt x="0" y="0"/>
                  </a:moveTo>
                  <a:lnTo>
                    <a:pt x="5212499" y="0"/>
                  </a:lnTo>
                  <a:lnTo>
                    <a:pt x="5212499" y="482860"/>
                  </a:lnTo>
                  <a:lnTo>
                    <a:pt x="0" y="482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6" id="36"/>
            <p:cNvGrpSpPr/>
            <p:nvPr/>
          </p:nvGrpSpPr>
          <p:grpSpPr>
            <a:xfrm rot="0">
              <a:off x="18189903" y="5476781"/>
              <a:ext cx="5212499" cy="482860"/>
              <a:chOff x="0" y="0"/>
              <a:chExt cx="5212499" cy="48286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5212499" cy="482860"/>
              </a:xfrm>
              <a:custGeom>
                <a:avLst/>
                <a:gdLst/>
                <a:ahLst/>
                <a:cxnLst/>
                <a:rect r="r" b="b" t="t" l="l"/>
                <a:pathLst>
                  <a:path h="482860" w="5212499">
                    <a:moveTo>
                      <a:pt x="0" y="0"/>
                    </a:moveTo>
                    <a:lnTo>
                      <a:pt x="5212499" y="0"/>
                    </a:lnTo>
                    <a:lnTo>
                      <a:pt x="5212499" y="482860"/>
                    </a:lnTo>
                    <a:lnTo>
                      <a:pt x="0" y="48286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9050"/>
                <a:ext cx="5212499" cy="5019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Builds a ‘Green’ Profile</a:t>
                </a:r>
              </a:p>
            </p:txBody>
          </p:sp>
        </p:grpSp>
        <p:sp>
          <p:nvSpPr>
            <p:cNvPr name="AutoShape 39" id="39"/>
            <p:cNvSpPr/>
            <p:nvPr/>
          </p:nvSpPr>
          <p:spPr>
            <a:xfrm>
              <a:off x="16941165" y="4826413"/>
              <a:ext cx="1027120" cy="33867"/>
            </a:xfrm>
            <a:prstGeom prst="line">
              <a:avLst/>
            </a:prstGeom>
            <a:ln cap="rnd" w="254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13807446" y="3733529"/>
              <a:ext cx="2435943" cy="2391397"/>
            </a:xfrm>
            <a:custGeom>
              <a:avLst/>
              <a:gdLst/>
              <a:ahLst/>
              <a:cxnLst/>
              <a:rect r="r" b="b" t="t" l="l"/>
              <a:pathLst>
                <a:path h="2391397" w="2435943">
                  <a:moveTo>
                    <a:pt x="0" y="0"/>
                  </a:moveTo>
                  <a:lnTo>
                    <a:pt x="2435943" y="0"/>
                  </a:lnTo>
                  <a:lnTo>
                    <a:pt x="2435943" y="2391397"/>
                  </a:lnTo>
                  <a:lnTo>
                    <a:pt x="0" y="239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1" id="41"/>
            <p:cNvGrpSpPr/>
            <p:nvPr/>
          </p:nvGrpSpPr>
          <p:grpSpPr>
            <a:xfrm rot="0">
              <a:off x="13807446" y="3733529"/>
              <a:ext cx="2435943" cy="2391397"/>
              <a:chOff x="0" y="0"/>
              <a:chExt cx="2435943" cy="2391397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435943" cy="2391397"/>
              </a:xfrm>
              <a:custGeom>
                <a:avLst/>
                <a:gdLst/>
                <a:ahLst/>
                <a:cxnLst/>
                <a:rect r="r" b="b" t="t" l="l"/>
                <a:pathLst>
                  <a:path h="2391397" w="2435943">
                    <a:moveTo>
                      <a:pt x="0" y="0"/>
                    </a:moveTo>
                    <a:lnTo>
                      <a:pt x="2435943" y="0"/>
                    </a:lnTo>
                    <a:lnTo>
                      <a:pt x="2435943" y="2391397"/>
                    </a:lnTo>
                    <a:lnTo>
                      <a:pt x="0" y="239139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19050"/>
                <a:ext cx="2435943" cy="24104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View Dashboard &amp; Profile</a:t>
                </a:r>
              </a:p>
            </p:txBody>
          </p:sp>
        </p:grpSp>
        <p:sp>
          <p:nvSpPr>
            <p:cNvPr name="Freeform 44" id="44"/>
            <p:cNvSpPr/>
            <p:nvPr/>
          </p:nvSpPr>
          <p:spPr>
            <a:xfrm flipH="false" flipV="false" rot="0">
              <a:off x="10920238" y="3746973"/>
              <a:ext cx="2435943" cy="2391397"/>
            </a:xfrm>
            <a:custGeom>
              <a:avLst/>
              <a:gdLst/>
              <a:ahLst/>
              <a:cxnLst/>
              <a:rect r="r" b="b" t="t" l="l"/>
              <a:pathLst>
                <a:path h="2391397" w="2435943">
                  <a:moveTo>
                    <a:pt x="0" y="0"/>
                  </a:moveTo>
                  <a:lnTo>
                    <a:pt x="2435943" y="0"/>
                  </a:lnTo>
                  <a:lnTo>
                    <a:pt x="2435943" y="2391397"/>
                  </a:lnTo>
                  <a:lnTo>
                    <a:pt x="0" y="239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5" id="45"/>
            <p:cNvGrpSpPr/>
            <p:nvPr/>
          </p:nvGrpSpPr>
          <p:grpSpPr>
            <a:xfrm rot="0">
              <a:off x="10920238" y="3746973"/>
              <a:ext cx="2435943" cy="2391397"/>
              <a:chOff x="0" y="0"/>
              <a:chExt cx="2435943" cy="2391397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2435943" cy="2391397"/>
              </a:xfrm>
              <a:custGeom>
                <a:avLst/>
                <a:gdLst/>
                <a:ahLst/>
                <a:cxnLst/>
                <a:rect r="r" b="b" t="t" l="l"/>
                <a:pathLst>
                  <a:path h="2391397" w="2435943">
                    <a:moveTo>
                      <a:pt x="0" y="0"/>
                    </a:moveTo>
                    <a:lnTo>
                      <a:pt x="2435943" y="0"/>
                    </a:lnTo>
                    <a:lnTo>
                      <a:pt x="2435943" y="2391397"/>
                    </a:lnTo>
                    <a:lnTo>
                      <a:pt x="0" y="239139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19050"/>
                <a:ext cx="2435943" cy="24104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Learn through animated videos and games</a:t>
                </a:r>
              </a:p>
            </p:txBody>
          </p:sp>
        </p:grpSp>
        <p:sp>
          <p:nvSpPr>
            <p:cNvPr name="Freeform 48" id="48"/>
            <p:cNvSpPr/>
            <p:nvPr/>
          </p:nvSpPr>
          <p:spPr>
            <a:xfrm flipH="false" flipV="false" rot="0">
              <a:off x="8033030" y="3760417"/>
              <a:ext cx="2435943" cy="2391397"/>
            </a:xfrm>
            <a:custGeom>
              <a:avLst/>
              <a:gdLst/>
              <a:ahLst/>
              <a:cxnLst/>
              <a:rect r="r" b="b" t="t" l="l"/>
              <a:pathLst>
                <a:path h="2391397" w="2435943">
                  <a:moveTo>
                    <a:pt x="0" y="0"/>
                  </a:moveTo>
                  <a:lnTo>
                    <a:pt x="2435943" y="0"/>
                  </a:lnTo>
                  <a:lnTo>
                    <a:pt x="2435943" y="2391397"/>
                  </a:lnTo>
                  <a:lnTo>
                    <a:pt x="0" y="239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9" id="49"/>
            <p:cNvGrpSpPr/>
            <p:nvPr/>
          </p:nvGrpSpPr>
          <p:grpSpPr>
            <a:xfrm rot="0">
              <a:off x="8033030" y="3760417"/>
              <a:ext cx="2435943" cy="2391397"/>
              <a:chOff x="0" y="0"/>
              <a:chExt cx="2435943" cy="2391397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435943" cy="2391397"/>
              </a:xfrm>
              <a:custGeom>
                <a:avLst/>
                <a:gdLst/>
                <a:ahLst/>
                <a:cxnLst/>
                <a:rect r="r" b="b" t="t" l="l"/>
                <a:pathLst>
                  <a:path h="2391397" w="2435943">
                    <a:moveTo>
                      <a:pt x="0" y="0"/>
                    </a:moveTo>
                    <a:lnTo>
                      <a:pt x="2435943" y="0"/>
                    </a:lnTo>
                    <a:lnTo>
                      <a:pt x="2435943" y="2391397"/>
                    </a:lnTo>
                    <a:lnTo>
                      <a:pt x="0" y="239139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19050"/>
                <a:ext cx="2435943" cy="24104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Report Campus Alert</a:t>
                </a:r>
              </a:p>
            </p:txBody>
          </p:sp>
        </p:grpSp>
        <p:sp>
          <p:nvSpPr>
            <p:cNvPr name="Freeform 52" id="52"/>
            <p:cNvSpPr/>
            <p:nvPr/>
          </p:nvSpPr>
          <p:spPr>
            <a:xfrm flipH="false" flipV="false" rot="0">
              <a:off x="5145822" y="3773861"/>
              <a:ext cx="2435943" cy="2391397"/>
            </a:xfrm>
            <a:custGeom>
              <a:avLst/>
              <a:gdLst/>
              <a:ahLst/>
              <a:cxnLst/>
              <a:rect r="r" b="b" t="t" l="l"/>
              <a:pathLst>
                <a:path h="2391397" w="2435943">
                  <a:moveTo>
                    <a:pt x="0" y="0"/>
                  </a:moveTo>
                  <a:lnTo>
                    <a:pt x="2435943" y="0"/>
                  </a:lnTo>
                  <a:lnTo>
                    <a:pt x="2435943" y="2391397"/>
                  </a:lnTo>
                  <a:lnTo>
                    <a:pt x="0" y="2391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3" id="53"/>
            <p:cNvGrpSpPr/>
            <p:nvPr/>
          </p:nvGrpSpPr>
          <p:grpSpPr>
            <a:xfrm rot="0">
              <a:off x="5145822" y="3773861"/>
              <a:ext cx="2435943" cy="2391397"/>
              <a:chOff x="0" y="0"/>
              <a:chExt cx="2435943" cy="2391397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2435943" cy="2391397"/>
              </a:xfrm>
              <a:custGeom>
                <a:avLst/>
                <a:gdLst/>
                <a:ahLst/>
                <a:cxnLst/>
                <a:rect r="r" b="b" t="t" l="l"/>
                <a:pathLst>
                  <a:path h="2391397" w="2435943">
                    <a:moveTo>
                      <a:pt x="0" y="0"/>
                    </a:moveTo>
                    <a:lnTo>
                      <a:pt x="2435943" y="0"/>
                    </a:lnTo>
                    <a:lnTo>
                      <a:pt x="2435943" y="2391397"/>
                    </a:lnTo>
                    <a:lnTo>
                      <a:pt x="0" y="239139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19050"/>
                <a:ext cx="2435943" cy="24104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Engage with Missions &amp; NGO Drives</a:t>
                </a:r>
              </a:p>
            </p:txBody>
          </p:sp>
        </p:grpSp>
        <p:sp>
          <p:nvSpPr>
            <p:cNvPr name="AutoShape 56" id="56"/>
            <p:cNvSpPr/>
            <p:nvPr/>
          </p:nvSpPr>
          <p:spPr>
            <a:xfrm>
              <a:off x="13796863" y="6701565"/>
              <a:ext cx="33867" cy="581396"/>
            </a:xfrm>
            <a:prstGeom prst="line">
              <a:avLst/>
            </a:prstGeom>
            <a:ln cap="rnd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7" id="57"/>
            <p:cNvSpPr/>
            <p:nvPr/>
          </p:nvSpPr>
          <p:spPr>
            <a:xfrm>
              <a:off x="8666063" y="7249095"/>
              <a:ext cx="10295467" cy="33867"/>
            </a:xfrm>
            <a:prstGeom prst="line">
              <a:avLst/>
            </a:prstGeom>
            <a:ln cap="rnd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58" id="58"/>
            <p:cNvGrpSpPr/>
            <p:nvPr/>
          </p:nvGrpSpPr>
          <p:grpSpPr>
            <a:xfrm rot="0">
              <a:off x="6831965" y="7773876"/>
              <a:ext cx="3793067" cy="541867"/>
              <a:chOff x="0" y="0"/>
              <a:chExt cx="3793067" cy="541867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16891" y="16891"/>
                <a:ext cx="3759200" cy="508127"/>
              </a:xfrm>
              <a:custGeom>
                <a:avLst/>
                <a:gdLst/>
                <a:ahLst/>
                <a:cxnLst/>
                <a:rect r="r" b="b" t="t" l="l"/>
                <a:pathLst>
                  <a:path h="508127" w="3759200">
                    <a:moveTo>
                      <a:pt x="0" y="84709"/>
                    </a:moveTo>
                    <a:cubicBezTo>
                      <a:pt x="0" y="37973"/>
                      <a:pt x="40132" y="0"/>
                      <a:pt x="89535" y="0"/>
                    </a:cubicBezTo>
                    <a:lnTo>
                      <a:pt x="3669665" y="0"/>
                    </a:lnTo>
                    <a:cubicBezTo>
                      <a:pt x="3719068" y="0"/>
                      <a:pt x="3759200" y="37846"/>
                      <a:pt x="3759200" y="84709"/>
                    </a:cubicBezTo>
                    <a:lnTo>
                      <a:pt x="3759200" y="423418"/>
                    </a:lnTo>
                    <a:cubicBezTo>
                      <a:pt x="3759200" y="470154"/>
                      <a:pt x="3719068" y="508127"/>
                      <a:pt x="3669665" y="508127"/>
                    </a:cubicBezTo>
                    <a:lnTo>
                      <a:pt x="89535" y="508127"/>
                    </a:lnTo>
                    <a:cubicBezTo>
                      <a:pt x="40132" y="508127"/>
                      <a:pt x="0" y="470281"/>
                      <a:pt x="0" y="423418"/>
                    </a:cubicBezTo>
                    <a:close/>
                  </a:path>
                </a:pathLst>
              </a:custGeom>
              <a:solidFill>
                <a:srgbClr val="4F81BD"/>
              </a:solidFill>
            </p:spPr>
          </p:sp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3792982" cy="541909"/>
              </a:xfrm>
              <a:custGeom>
                <a:avLst/>
                <a:gdLst/>
                <a:ahLst/>
                <a:cxnLst/>
                <a:rect r="r" b="b" t="t" l="l"/>
                <a:pathLst>
                  <a:path h="541909" w="3792982">
                    <a:moveTo>
                      <a:pt x="0" y="101600"/>
                    </a:moveTo>
                    <a:cubicBezTo>
                      <a:pt x="0" y="44577"/>
                      <a:pt x="48514" y="0"/>
                      <a:pt x="106426" y="0"/>
                    </a:cubicBezTo>
                    <a:lnTo>
                      <a:pt x="3686556" y="0"/>
                    </a:lnTo>
                    <a:lnTo>
                      <a:pt x="3686556" y="16891"/>
                    </a:lnTo>
                    <a:lnTo>
                      <a:pt x="3686556" y="0"/>
                    </a:lnTo>
                    <a:cubicBezTo>
                      <a:pt x="3744468" y="0"/>
                      <a:pt x="3792982" y="44577"/>
                      <a:pt x="3792982" y="101600"/>
                    </a:cubicBezTo>
                    <a:lnTo>
                      <a:pt x="3776091" y="101600"/>
                    </a:lnTo>
                    <a:lnTo>
                      <a:pt x="3792982" y="101600"/>
                    </a:lnTo>
                    <a:lnTo>
                      <a:pt x="3792982" y="440309"/>
                    </a:lnTo>
                    <a:lnTo>
                      <a:pt x="3776091" y="440309"/>
                    </a:lnTo>
                    <a:lnTo>
                      <a:pt x="3792982" y="440309"/>
                    </a:lnTo>
                    <a:cubicBezTo>
                      <a:pt x="3792982" y="497332"/>
                      <a:pt x="3744468" y="541909"/>
                      <a:pt x="3686556" y="541909"/>
                    </a:cubicBezTo>
                    <a:lnTo>
                      <a:pt x="3686556" y="524891"/>
                    </a:lnTo>
                    <a:lnTo>
                      <a:pt x="3686556" y="541782"/>
                    </a:lnTo>
                    <a:lnTo>
                      <a:pt x="106426" y="541782"/>
                    </a:lnTo>
                    <a:lnTo>
                      <a:pt x="106426" y="524891"/>
                    </a:lnTo>
                    <a:lnTo>
                      <a:pt x="106426" y="541782"/>
                    </a:lnTo>
                    <a:cubicBezTo>
                      <a:pt x="48514" y="541782"/>
                      <a:pt x="0" y="497205"/>
                      <a:pt x="0" y="440182"/>
                    </a:cubicBezTo>
                    <a:lnTo>
                      <a:pt x="0" y="101600"/>
                    </a:lnTo>
                    <a:lnTo>
                      <a:pt x="16891" y="101600"/>
                    </a:lnTo>
                    <a:lnTo>
                      <a:pt x="0" y="101600"/>
                    </a:lnTo>
                    <a:moveTo>
                      <a:pt x="33909" y="101600"/>
                    </a:moveTo>
                    <a:lnTo>
                      <a:pt x="33909" y="440309"/>
                    </a:lnTo>
                    <a:lnTo>
                      <a:pt x="16891" y="440309"/>
                    </a:lnTo>
                    <a:lnTo>
                      <a:pt x="33909" y="440309"/>
                    </a:lnTo>
                    <a:cubicBezTo>
                      <a:pt x="33909" y="476758"/>
                      <a:pt x="65405" y="508000"/>
                      <a:pt x="106426" y="508000"/>
                    </a:cubicBezTo>
                    <a:lnTo>
                      <a:pt x="3686556" y="508000"/>
                    </a:lnTo>
                    <a:cubicBezTo>
                      <a:pt x="3727577" y="508000"/>
                      <a:pt x="3759073" y="476758"/>
                      <a:pt x="3759073" y="440309"/>
                    </a:cubicBezTo>
                    <a:lnTo>
                      <a:pt x="3759073" y="101600"/>
                    </a:lnTo>
                    <a:cubicBezTo>
                      <a:pt x="3759073" y="65024"/>
                      <a:pt x="3727450" y="33909"/>
                      <a:pt x="3686556" y="33909"/>
                    </a:cubicBezTo>
                    <a:lnTo>
                      <a:pt x="106426" y="33909"/>
                    </a:lnTo>
                    <a:lnTo>
                      <a:pt x="106426" y="16891"/>
                    </a:lnTo>
                    <a:lnTo>
                      <a:pt x="106426" y="33909"/>
                    </a:lnTo>
                    <a:cubicBezTo>
                      <a:pt x="65405" y="33909"/>
                      <a:pt x="33909" y="65024"/>
                      <a:pt x="33909" y="101600"/>
                    </a:cubicBezTo>
                    <a:close/>
                  </a:path>
                </a:pathLst>
              </a:custGeom>
              <a:solidFill>
                <a:srgbClr val="1C334E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19050"/>
                <a:ext cx="3793067" cy="5609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MySQL Database</a:t>
                </a: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11637069" y="7724076"/>
              <a:ext cx="3793067" cy="541867"/>
              <a:chOff x="0" y="0"/>
              <a:chExt cx="3793067" cy="541867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16891" y="16891"/>
                <a:ext cx="3759200" cy="508127"/>
              </a:xfrm>
              <a:custGeom>
                <a:avLst/>
                <a:gdLst/>
                <a:ahLst/>
                <a:cxnLst/>
                <a:rect r="r" b="b" t="t" l="l"/>
                <a:pathLst>
                  <a:path h="508127" w="3759200">
                    <a:moveTo>
                      <a:pt x="0" y="84709"/>
                    </a:moveTo>
                    <a:cubicBezTo>
                      <a:pt x="0" y="37973"/>
                      <a:pt x="40132" y="0"/>
                      <a:pt x="89535" y="0"/>
                    </a:cubicBezTo>
                    <a:lnTo>
                      <a:pt x="3669665" y="0"/>
                    </a:lnTo>
                    <a:cubicBezTo>
                      <a:pt x="3719068" y="0"/>
                      <a:pt x="3759200" y="37846"/>
                      <a:pt x="3759200" y="84709"/>
                    </a:cubicBezTo>
                    <a:lnTo>
                      <a:pt x="3759200" y="423418"/>
                    </a:lnTo>
                    <a:cubicBezTo>
                      <a:pt x="3759200" y="470154"/>
                      <a:pt x="3719068" y="508127"/>
                      <a:pt x="3669665" y="508127"/>
                    </a:cubicBezTo>
                    <a:lnTo>
                      <a:pt x="89535" y="508127"/>
                    </a:lnTo>
                    <a:cubicBezTo>
                      <a:pt x="40132" y="508127"/>
                      <a:pt x="0" y="470281"/>
                      <a:pt x="0" y="423418"/>
                    </a:cubicBezTo>
                    <a:close/>
                  </a:path>
                </a:pathLst>
              </a:custGeom>
              <a:solidFill>
                <a:srgbClr val="4F81BD"/>
              </a:solidFill>
            </p:spPr>
          </p:sp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3792982" cy="541909"/>
              </a:xfrm>
              <a:custGeom>
                <a:avLst/>
                <a:gdLst/>
                <a:ahLst/>
                <a:cxnLst/>
                <a:rect r="r" b="b" t="t" l="l"/>
                <a:pathLst>
                  <a:path h="541909" w="3792982">
                    <a:moveTo>
                      <a:pt x="0" y="101600"/>
                    </a:moveTo>
                    <a:cubicBezTo>
                      <a:pt x="0" y="44577"/>
                      <a:pt x="48514" y="0"/>
                      <a:pt x="106426" y="0"/>
                    </a:cubicBezTo>
                    <a:lnTo>
                      <a:pt x="3686556" y="0"/>
                    </a:lnTo>
                    <a:lnTo>
                      <a:pt x="3686556" y="16891"/>
                    </a:lnTo>
                    <a:lnTo>
                      <a:pt x="3686556" y="0"/>
                    </a:lnTo>
                    <a:cubicBezTo>
                      <a:pt x="3744468" y="0"/>
                      <a:pt x="3792982" y="44577"/>
                      <a:pt x="3792982" y="101600"/>
                    </a:cubicBezTo>
                    <a:lnTo>
                      <a:pt x="3776091" y="101600"/>
                    </a:lnTo>
                    <a:lnTo>
                      <a:pt x="3792982" y="101600"/>
                    </a:lnTo>
                    <a:lnTo>
                      <a:pt x="3792982" y="440309"/>
                    </a:lnTo>
                    <a:lnTo>
                      <a:pt x="3776091" y="440309"/>
                    </a:lnTo>
                    <a:lnTo>
                      <a:pt x="3792982" y="440309"/>
                    </a:lnTo>
                    <a:cubicBezTo>
                      <a:pt x="3792982" y="497332"/>
                      <a:pt x="3744468" y="541909"/>
                      <a:pt x="3686556" y="541909"/>
                    </a:cubicBezTo>
                    <a:lnTo>
                      <a:pt x="3686556" y="524891"/>
                    </a:lnTo>
                    <a:lnTo>
                      <a:pt x="3686556" y="541782"/>
                    </a:lnTo>
                    <a:lnTo>
                      <a:pt x="106426" y="541782"/>
                    </a:lnTo>
                    <a:lnTo>
                      <a:pt x="106426" y="524891"/>
                    </a:lnTo>
                    <a:lnTo>
                      <a:pt x="106426" y="541782"/>
                    </a:lnTo>
                    <a:cubicBezTo>
                      <a:pt x="48514" y="541782"/>
                      <a:pt x="0" y="497205"/>
                      <a:pt x="0" y="440182"/>
                    </a:cubicBezTo>
                    <a:lnTo>
                      <a:pt x="0" y="101600"/>
                    </a:lnTo>
                    <a:lnTo>
                      <a:pt x="16891" y="101600"/>
                    </a:lnTo>
                    <a:lnTo>
                      <a:pt x="0" y="101600"/>
                    </a:lnTo>
                    <a:moveTo>
                      <a:pt x="33909" y="101600"/>
                    </a:moveTo>
                    <a:lnTo>
                      <a:pt x="33909" y="440309"/>
                    </a:lnTo>
                    <a:lnTo>
                      <a:pt x="16891" y="440309"/>
                    </a:lnTo>
                    <a:lnTo>
                      <a:pt x="33909" y="440309"/>
                    </a:lnTo>
                    <a:cubicBezTo>
                      <a:pt x="33909" y="476758"/>
                      <a:pt x="65405" y="508000"/>
                      <a:pt x="106426" y="508000"/>
                    </a:cubicBezTo>
                    <a:lnTo>
                      <a:pt x="3686556" y="508000"/>
                    </a:lnTo>
                    <a:cubicBezTo>
                      <a:pt x="3727577" y="508000"/>
                      <a:pt x="3759073" y="476758"/>
                      <a:pt x="3759073" y="440309"/>
                    </a:cubicBezTo>
                    <a:lnTo>
                      <a:pt x="3759073" y="101600"/>
                    </a:lnTo>
                    <a:cubicBezTo>
                      <a:pt x="3759073" y="65024"/>
                      <a:pt x="3727450" y="33909"/>
                      <a:pt x="3686556" y="33909"/>
                    </a:cubicBezTo>
                    <a:lnTo>
                      <a:pt x="106426" y="33909"/>
                    </a:lnTo>
                    <a:lnTo>
                      <a:pt x="106426" y="16891"/>
                    </a:lnTo>
                    <a:lnTo>
                      <a:pt x="106426" y="33909"/>
                    </a:lnTo>
                    <a:cubicBezTo>
                      <a:pt x="65405" y="33909"/>
                      <a:pt x="33909" y="65024"/>
                      <a:pt x="33909" y="101600"/>
                    </a:cubicBezTo>
                    <a:close/>
                  </a:path>
                </a:pathLst>
              </a:custGeom>
              <a:solidFill>
                <a:srgbClr val="1C334E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19050"/>
                <a:ext cx="3793067" cy="5609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Node js Backend</a:t>
                </a: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17007515" y="7740437"/>
              <a:ext cx="3793067" cy="541867"/>
              <a:chOff x="0" y="0"/>
              <a:chExt cx="3793067" cy="541867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16891" y="16891"/>
                <a:ext cx="3759200" cy="508127"/>
              </a:xfrm>
              <a:custGeom>
                <a:avLst/>
                <a:gdLst/>
                <a:ahLst/>
                <a:cxnLst/>
                <a:rect r="r" b="b" t="t" l="l"/>
                <a:pathLst>
                  <a:path h="508127" w="3759200">
                    <a:moveTo>
                      <a:pt x="0" y="84709"/>
                    </a:moveTo>
                    <a:cubicBezTo>
                      <a:pt x="0" y="37973"/>
                      <a:pt x="40132" y="0"/>
                      <a:pt x="89535" y="0"/>
                    </a:cubicBezTo>
                    <a:lnTo>
                      <a:pt x="3669665" y="0"/>
                    </a:lnTo>
                    <a:cubicBezTo>
                      <a:pt x="3719068" y="0"/>
                      <a:pt x="3759200" y="37846"/>
                      <a:pt x="3759200" y="84709"/>
                    </a:cubicBezTo>
                    <a:lnTo>
                      <a:pt x="3759200" y="423418"/>
                    </a:lnTo>
                    <a:cubicBezTo>
                      <a:pt x="3759200" y="470154"/>
                      <a:pt x="3719068" y="508127"/>
                      <a:pt x="3669665" y="508127"/>
                    </a:cubicBezTo>
                    <a:lnTo>
                      <a:pt x="89535" y="508127"/>
                    </a:lnTo>
                    <a:cubicBezTo>
                      <a:pt x="40132" y="508127"/>
                      <a:pt x="0" y="470281"/>
                      <a:pt x="0" y="423418"/>
                    </a:cubicBezTo>
                    <a:close/>
                  </a:path>
                </a:pathLst>
              </a:custGeom>
              <a:solidFill>
                <a:srgbClr val="4F81BD"/>
              </a:solidFill>
            </p:spPr>
          </p:sp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3792982" cy="541909"/>
              </a:xfrm>
              <a:custGeom>
                <a:avLst/>
                <a:gdLst/>
                <a:ahLst/>
                <a:cxnLst/>
                <a:rect r="r" b="b" t="t" l="l"/>
                <a:pathLst>
                  <a:path h="541909" w="3792982">
                    <a:moveTo>
                      <a:pt x="0" y="101600"/>
                    </a:moveTo>
                    <a:cubicBezTo>
                      <a:pt x="0" y="44577"/>
                      <a:pt x="48514" y="0"/>
                      <a:pt x="106426" y="0"/>
                    </a:cubicBezTo>
                    <a:lnTo>
                      <a:pt x="3686556" y="0"/>
                    </a:lnTo>
                    <a:lnTo>
                      <a:pt x="3686556" y="16891"/>
                    </a:lnTo>
                    <a:lnTo>
                      <a:pt x="3686556" y="0"/>
                    </a:lnTo>
                    <a:cubicBezTo>
                      <a:pt x="3744468" y="0"/>
                      <a:pt x="3792982" y="44577"/>
                      <a:pt x="3792982" y="101600"/>
                    </a:cubicBezTo>
                    <a:lnTo>
                      <a:pt x="3776091" y="101600"/>
                    </a:lnTo>
                    <a:lnTo>
                      <a:pt x="3792982" y="101600"/>
                    </a:lnTo>
                    <a:lnTo>
                      <a:pt x="3792982" y="440309"/>
                    </a:lnTo>
                    <a:lnTo>
                      <a:pt x="3776091" y="440309"/>
                    </a:lnTo>
                    <a:lnTo>
                      <a:pt x="3792982" y="440309"/>
                    </a:lnTo>
                    <a:cubicBezTo>
                      <a:pt x="3792982" y="497332"/>
                      <a:pt x="3744468" y="541909"/>
                      <a:pt x="3686556" y="541909"/>
                    </a:cubicBezTo>
                    <a:lnTo>
                      <a:pt x="3686556" y="524891"/>
                    </a:lnTo>
                    <a:lnTo>
                      <a:pt x="3686556" y="541782"/>
                    </a:lnTo>
                    <a:lnTo>
                      <a:pt x="106426" y="541782"/>
                    </a:lnTo>
                    <a:lnTo>
                      <a:pt x="106426" y="524891"/>
                    </a:lnTo>
                    <a:lnTo>
                      <a:pt x="106426" y="541782"/>
                    </a:lnTo>
                    <a:cubicBezTo>
                      <a:pt x="48514" y="541782"/>
                      <a:pt x="0" y="497205"/>
                      <a:pt x="0" y="440182"/>
                    </a:cubicBezTo>
                    <a:lnTo>
                      <a:pt x="0" y="101600"/>
                    </a:lnTo>
                    <a:lnTo>
                      <a:pt x="16891" y="101600"/>
                    </a:lnTo>
                    <a:lnTo>
                      <a:pt x="0" y="101600"/>
                    </a:lnTo>
                    <a:moveTo>
                      <a:pt x="33909" y="101600"/>
                    </a:moveTo>
                    <a:lnTo>
                      <a:pt x="33909" y="440309"/>
                    </a:lnTo>
                    <a:lnTo>
                      <a:pt x="16891" y="440309"/>
                    </a:lnTo>
                    <a:lnTo>
                      <a:pt x="33909" y="440309"/>
                    </a:lnTo>
                    <a:cubicBezTo>
                      <a:pt x="33909" y="476758"/>
                      <a:pt x="65405" y="508000"/>
                      <a:pt x="106426" y="508000"/>
                    </a:cubicBezTo>
                    <a:lnTo>
                      <a:pt x="3686556" y="508000"/>
                    </a:lnTo>
                    <a:cubicBezTo>
                      <a:pt x="3727577" y="508000"/>
                      <a:pt x="3759073" y="476758"/>
                      <a:pt x="3759073" y="440309"/>
                    </a:cubicBezTo>
                    <a:lnTo>
                      <a:pt x="3759073" y="101600"/>
                    </a:lnTo>
                    <a:cubicBezTo>
                      <a:pt x="3759073" y="65024"/>
                      <a:pt x="3727450" y="33909"/>
                      <a:pt x="3686556" y="33909"/>
                    </a:cubicBezTo>
                    <a:lnTo>
                      <a:pt x="106426" y="33909"/>
                    </a:lnTo>
                    <a:lnTo>
                      <a:pt x="106426" y="16891"/>
                    </a:lnTo>
                    <a:lnTo>
                      <a:pt x="106426" y="33909"/>
                    </a:lnTo>
                    <a:cubicBezTo>
                      <a:pt x="65405" y="33909"/>
                      <a:pt x="33909" y="65024"/>
                      <a:pt x="33909" y="101600"/>
                    </a:cubicBezTo>
                    <a:close/>
                  </a:path>
                </a:pathLst>
              </a:custGeom>
              <a:solidFill>
                <a:srgbClr val="1C334E"/>
              </a:solid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19050"/>
                <a:ext cx="3793067" cy="5609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External APIS &amp; AI</a:t>
                </a:r>
              </a:p>
            </p:txBody>
          </p:sp>
        </p:grpSp>
        <p:sp>
          <p:nvSpPr>
            <p:cNvPr name="AutoShape 70" id="70"/>
            <p:cNvSpPr/>
            <p:nvPr/>
          </p:nvSpPr>
          <p:spPr>
            <a:xfrm>
              <a:off x="8666063" y="7249095"/>
              <a:ext cx="33867" cy="525209"/>
            </a:xfrm>
            <a:prstGeom prst="line">
              <a:avLst/>
            </a:prstGeom>
            <a:ln cap="rnd" w="254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71" id="71"/>
            <p:cNvSpPr/>
            <p:nvPr/>
          </p:nvSpPr>
          <p:spPr>
            <a:xfrm>
              <a:off x="13796863" y="7212244"/>
              <a:ext cx="33867" cy="525211"/>
            </a:xfrm>
            <a:prstGeom prst="line">
              <a:avLst/>
            </a:prstGeom>
            <a:ln cap="rnd" w="254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72" id="72"/>
            <p:cNvSpPr/>
            <p:nvPr/>
          </p:nvSpPr>
          <p:spPr>
            <a:xfrm>
              <a:off x="18927663" y="7249095"/>
              <a:ext cx="33867" cy="525209"/>
            </a:xfrm>
            <a:prstGeom prst="line">
              <a:avLst/>
            </a:prstGeom>
            <a:ln cap="rnd" w="254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DAG0XezY9JA</dc:identifier>
  <dcterms:modified xsi:type="dcterms:W3CDTF">2011-08-01T06:04:30Z</dcterms:modified>
  <cp:revision>1</cp:revision>
  <dc:title>Ecoquest{1}[1].pptx</dc:title>
</cp:coreProperties>
</file>