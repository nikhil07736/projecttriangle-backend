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Garamond" charset="1" panose="02020404030301010803"/>
      <p:regular r:id="rId14"/>
    </p:embeddedFont>
    <p:embeddedFont>
      <p:font typeface="Calibri (MS) Bold" charset="1" panose="020F070203040403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15.png" Type="http://schemas.openxmlformats.org/officeDocument/2006/relationships/image"/><Relationship Id="rId14" Target="../media/image16.svg" Type="http://schemas.openxmlformats.org/officeDocument/2006/relationships/image"/><Relationship Id="rId15" Target="../media/image17.png" Type="http://schemas.openxmlformats.org/officeDocument/2006/relationships/image"/><Relationship Id="rId16" Target="../media/image18.svg" Type="http://schemas.openxmlformats.org/officeDocument/2006/relationships/image"/><Relationship Id="rId17" Target="../media/image19.png" Type="http://schemas.openxmlformats.org/officeDocument/2006/relationships/image"/><Relationship Id="rId18" Target="../media/image20.svg" Type="http://schemas.openxmlformats.org/officeDocument/2006/relationships/image"/><Relationship Id="rId19" Target="../media/image21.png" Type="http://schemas.openxmlformats.org/officeDocument/2006/relationships/image"/><Relationship Id="rId2" Target="../media/image4.png" Type="http://schemas.openxmlformats.org/officeDocument/2006/relationships/image"/><Relationship Id="rId20" Target="../media/image22.sv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31.png" Type="http://schemas.openxmlformats.org/officeDocument/2006/relationships/image"/><Relationship Id="rId13" Target="../media/image32.png" Type="http://schemas.openxmlformats.org/officeDocument/2006/relationships/image"/><Relationship Id="rId14" Target="../media/image33.svg" Type="http://schemas.openxmlformats.org/officeDocument/2006/relationships/image"/><Relationship Id="rId15" Target="../media/image34.png" Type="http://schemas.openxmlformats.org/officeDocument/2006/relationships/image"/><Relationship Id="rId16" Target="../media/image35.png" Type="http://schemas.openxmlformats.org/officeDocument/2006/relationships/image"/><Relationship Id="rId17" Target="../media/image36.png" Type="http://schemas.openxmlformats.org/officeDocument/2006/relationships/image"/><Relationship Id="rId18" Target="../media/image37.png" Type="http://schemas.openxmlformats.org/officeDocument/2006/relationships/image"/><Relationship Id="rId19" Target="../media/image38.png" Type="http://schemas.openxmlformats.org/officeDocument/2006/relationships/image"/><Relationship Id="rId2" Target="../media/image4.png" Type="http://schemas.openxmlformats.org/officeDocument/2006/relationships/image"/><Relationship Id="rId20" Target="../media/image39.png" Type="http://schemas.openxmlformats.org/officeDocument/2006/relationships/image"/><Relationship Id="rId21" Target="../media/image40.png" Type="http://schemas.openxmlformats.org/officeDocument/2006/relationships/image"/><Relationship Id="rId22" Target="../media/image41.png" Type="http://schemas.openxmlformats.org/officeDocument/2006/relationships/image"/><Relationship Id="rId3" Target="../media/image11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svg" Type="http://schemas.openxmlformats.org/officeDocument/2006/relationships/image"/><Relationship Id="rId12" Target="../media/image50.png" Type="http://schemas.openxmlformats.org/officeDocument/2006/relationships/image"/><Relationship Id="rId13" Target="../media/image51.png" Type="http://schemas.openxmlformats.org/officeDocument/2006/relationships/image"/><Relationship Id="rId14" Target="../media/image52.png" Type="http://schemas.openxmlformats.org/officeDocument/2006/relationships/image"/><Relationship Id="rId15" Target="../media/image53.png" Type="http://schemas.openxmlformats.org/officeDocument/2006/relationships/image"/><Relationship Id="rId16" Target="../media/image54.png" Type="http://schemas.openxmlformats.org/officeDocument/2006/relationships/image"/><Relationship Id="rId17" Target="../media/image55.svg" Type="http://schemas.openxmlformats.org/officeDocument/2006/relationships/image"/><Relationship Id="rId2" Target="../media/image4.png" Type="http://schemas.openxmlformats.org/officeDocument/2006/relationships/image"/><Relationship Id="rId3" Target="../media/image11.pn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46.png" Type="http://schemas.openxmlformats.org/officeDocument/2006/relationships/image"/><Relationship Id="rId9" Target="../media/image4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1.png" Type="http://schemas.openxmlformats.org/officeDocument/2006/relationships/image"/><Relationship Id="rId4" Target="../media/image56.png" Type="http://schemas.openxmlformats.org/officeDocument/2006/relationships/image"/><Relationship Id="rId5" Target="../media/image57.png" Type="http://schemas.openxmlformats.org/officeDocument/2006/relationships/image"/><Relationship Id="rId6" Target="../media/image58.svg" Type="http://schemas.openxmlformats.org/officeDocument/2006/relationships/image"/><Relationship Id="rId7" Target="../media/image59.png" Type="http://schemas.openxmlformats.org/officeDocument/2006/relationships/image"/><Relationship Id="rId8" Target="../media/image6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70" y="1277282"/>
            <a:ext cx="6957907" cy="7732451"/>
          </a:xfrm>
          <a:custGeom>
            <a:avLst/>
            <a:gdLst/>
            <a:ahLst/>
            <a:cxnLst/>
            <a:rect r="r" b="b" t="t" l="l"/>
            <a:pathLst>
              <a:path h="7732451" w="6957907">
                <a:moveTo>
                  <a:pt x="0" y="0"/>
                </a:moveTo>
                <a:lnTo>
                  <a:pt x="6957907" y="0"/>
                </a:lnTo>
                <a:lnTo>
                  <a:pt x="6957907" y="7732450"/>
                </a:lnTo>
                <a:lnTo>
                  <a:pt x="0" y="7732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0282336" y="2573822"/>
            <a:ext cx="4805264" cy="5139356"/>
            <a:chOff x="0" y="0"/>
            <a:chExt cx="6407018" cy="68524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96929" y="-790136"/>
            <a:ext cx="15544800" cy="3114675"/>
            <a:chOff x="0" y="0"/>
            <a:chExt cx="20726400" cy="4152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2025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69620" y="1478280"/>
            <a:ext cx="10139363" cy="8501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b="true" sz="4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: SIH25009</a:t>
            </a: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b="true" sz="4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: Gamified Environmental Education Platform For Schools And Colleges</a:t>
            </a: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b="true" sz="4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 : Smart Education</a:t>
            </a: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b="true" sz="4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 : Software</a:t>
            </a: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b="true" sz="4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: Tech Legend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4762049" y="9446"/>
            <a:ext cx="3313680" cy="1684302"/>
            <a:chOff x="0" y="0"/>
            <a:chExt cx="4418240" cy="2245736"/>
          </a:xfrm>
        </p:grpSpPr>
        <p:sp>
          <p:nvSpPr>
            <p:cNvPr name="Freeform 10" id="10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0" y="9532143"/>
            <a:ext cx="18287998" cy="754857"/>
            <a:chOff x="0" y="0"/>
            <a:chExt cx="24383998" cy="10064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7542192" y="9679305"/>
            <a:ext cx="441960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5270" y="223838"/>
            <a:ext cx="2618918" cy="1248727"/>
            <a:chOff x="0" y="0"/>
            <a:chExt cx="3491890" cy="1664970"/>
          </a:xfrm>
        </p:grpSpPr>
        <p:sp>
          <p:nvSpPr>
            <p:cNvPr name="Freeform 3" id="3" descr="Your startup LOGO"/>
            <p:cNvSpPr/>
            <p:nvPr/>
          </p:nvSpPr>
          <p:spPr>
            <a:xfrm flipH="false" flipV="false" rot="0">
              <a:off x="30564" y="25400"/>
              <a:ext cx="3430763" cy="1614170"/>
            </a:xfrm>
            <a:custGeom>
              <a:avLst/>
              <a:gdLst/>
              <a:ahLst/>
              <a:cxnLst/>
              <a:rect r="r" b="b" t="t" l="l"/>
              <a:pathLst>
                <a:path h="1614170" w="3430763">
                  <a:moveTo>
                    <a:pt x="0" y="807085"/>
                  </a:moveTo>
                  <a:cubicBezTo>
                    <a:pt x="0" y="361315"/>
                    <a:pt x="768063" y="0"/>
                    <a:pt x="1715381" y="0"/>
                  </a:cubicBezTo>
                  <a:cubicBezTo>
                    <a:pt x="2662700" y="0"/>
                    <a:pt x="3430763" y="361315"/>
                    <a:pt x="3430763" y="807085"/>
                  </a:cubicBezTo>
                  <a:cubicBezTo>
                    <a:pt x="3430763" y="1252855"/>
                    <a:pt x="2662700" y="1614170"/>
                    <a:pt x="1715381" y="1614170"/>
                  </a:cubicBezTo>
                  <a:cubicBezTo>
                    <a:pt x="768062" y="1614170"/>
                    <a:pt x="0" y="1252855"/>
                    <a:pt x="0" y="8070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 descr="Your startup LOGO"/>
            <p:cNvSpPr/>
            <p:nvPr/>
          </p:nvSpPr>
          <p:spPr>
            <a:xfrm flipH="false" flipV="false" rot="0">
              <a:off x="0" y="0"/>
              <a:ext cx="3491890" cy="1664970"/>
            </a:xfrm>
            <a:custGeom>
              <a:avLst/>
              <a:gdLst/>
              <a:ahLst/>
              <a:cxnLst/>
              <a:rect r="r" b="b" t="t" l="l"/>
              <a:pathLst>
                <a:path h="1664970" w="3491890">
                  <a:moveTo>
                    <a:pt x="0" y="832485"/>
                  </a:moveTo>
                  <a:cubicBezTo>
                    <a:pt x="0" y="361696"/>
                    <a:pt x="799238" y="0"/>
                    <a:pt x="1745945" y="0"/>
                  </a:cubicBezTo>
                  <a:cubicBezTo>
                    <a:pt x="2692652" y="0"/>
                    <a:pt x="3491890" y="361696"/>
                    <a:pt x="3491890" y="832485"/>
                  </a:cubicBezTo>
                  <a:lnTo>
                    <a:pt x="3461327" y="832485"/>
                  </a:lnTo>
                  <a:lnTo>
                    <a:pt x="3491890" y="832485"/>
                  </a:lnTo>
                  <a:cubicBezTo>
                    <a:pt x="3491890" y="1303274"/>
                    <a:pt x="2692652" y="1664970"/>
                    <a:pt x="1745945" y="1664970"/>
                  </a:cubicBezTo>
                  <a:lnTo>
                    <a:pt x="1745945" y="1639570"/>
                  </a:lnTo>
                  <a:lnTo>
                    <a:pt x="1745945" y="1664970"/>
                  </a:lnTo>
                  <a:cubicBezTo>
                    <a:pt x="799238" y="1664970"/>
                    <a:pt x="0" y="1303274"/>
                    <a:pt x="0" y="832485"/>
                  </a:cubicBezTo>
                  <a:lnTo>
                    <a:pt x="30564" y="832485"/>
                  </a:lnTo>
                  <a:lnTo>
                    <a:pt x="61127" y="832485"/>
                  </a:lnTo>
                  <a:lnTo>
                    <a:pt x="30564" y="832485"/>
                  </a:lnTo>
                  <a:lnTo>
                    <a:pt x="0" y="832485"/>
                  </a:lnTo>
                  <a:moveTo>
                    <a:pt x="61127" y="832485"/>
                  </a:moveTo>
                  <a:cubicBezTo>
                    <a:pt x="61127" y="846455"/>
                    <a:pt x="47374" y="857885"/>
                    <a:pt x="30564" y="857885"/>
                  </a:cubicBezTo>
                  <a:cubicBezTo>
                    <a:pt x="13754" y="857885"/>
                    <a:pt x="0" y="846455"/>
                    <a:pt x="0" y="832485"/>
                  </a:cubicBezTo>
                  <a:cubicBezTo>
                    <a:pt x="0" y="818515"/>
                    <a:pt x="13754" y="807085"/>
                    <a:pt x="30564" y="807085"/>
                  </a:cubicBezTo>
                  <a:cubicBezTo>
                    <a:pt x="47374" y="807085"/>
                    <a:pt x="61127" y="818515"/>
                    <a:pt x="61127" y="832485"/>
                  </a:cubicBezTo>
                  <a:cubicBezTo>
                    <a:pt x="61127" y="1253109"/>
                    <a:pt x="798015" y="1614170"/>
                    <a:pt x="1745945" y="1614170"/>
                  </a:cubicBezTo>
                  <a:cubicBezTo>
                    <a:pt x="2693875" y="1614170"/>
                    <a:pt x="3430763" y="1253109"/>
                    <a:pt x="3430763" y="832485"/>
                  </a:cubicBezTo>
                  <a:cubicBezTo>
                    <a:pt x="3430763" y="411861"/>
                    <a:pt x="2693875" y="50800"/>
                    <a:pt x="1745945" y="50800"/>
                  </a:cubicBezTo>
                  <a:lnTo>
                    <a:pt x="1745945" y="25400"/>
                  </a:lnTo>
                  <a:lnTo>
                    <a:pt x="1745945" y="50800"/>
                  </a:lnTo>
                  <a:cubicBezTo>
                    <a:pt x="798015" y="50800"/>
                    <a:pt x="61127" y="411861"/>
                    <a:pt x="61127" y="83248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3491890" cy="1664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Tech Legend</a:t>
              </a: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4762049" y="85645"/>
            <a:ext cx="3313680" cy="1684302"/>
            <a:chOff x="0" y="0"/>
            <a:chExt cx="4418240" cy="2245736"/>
          </a:xfrm>
        </p:grpSpPr>
        <p:sp>
          <p:nvSpPr>
            <p:cNvPr name="Freeform 7" id="7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022018" y="6135097"/>
            <a:ext cx="120770" cy="332340"/>
            <a:chOff x="0" y="0"/>
            <a:chExt cx="27102" cy="745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102" cy="74581"/>
            </a:xfrm>
            <a:custGeom>
              <a:avLst/>
              <a:gdLst/>
              <a:ahLst/>
              <a:cxnLst/>
              <a:rect r="r" b="b" t="t" l="l"/>
              <a:pathLst>
                <a:path h="74581" w="27102">
                  <a:moveTo>
                    <a:pt x="0" y="0"/>
                  </a:moveTo>
                  <a:lnTo>
                    <a:pt x="27102" y="0"/>
                  </a:lnTo>
                  <a:lnTo>
                    <a:pt x="27102" y="74581"/>
                  </a:lnTo>
                  <a:lnTo>
                    <a:pt x="0" y="74581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7102" cy="122206"/>
            </a:xfrm>
            <a:prstGeom prst="rect">
              <a:avLst/>
            </a:prstGeom>
          </p:spPr>
          <p:txBody>
            <a:bodyPr anchor="ctr" rtlCol="false" tIns="59620" lIns="59620" bIns="59620" rIns="5962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518167" y="3776137"/>
            <a:ext cx="120770" cy="332340"/>
            <a:chOff x="0" y="0"/>
            <a:chExt cx="27102" cy="745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102" cy="74581"/>
            </a:xfrm>
            <a:custGeom>
              <a:avLst/>
              <a:gdLst/>
              <a:ahLst/>
              <a:cxnLst/>
              <a:rect r="r" b="b" t="t" l="l"/>
              <a:pathLst>
                <a:path h="74581" w="27102">
                  <a:moveTo>
                    <a:pt x="0" y="0"/>
                  </a:moveTo>
                  <a:lnTo>
                    <a:pt x="27102" y="0"/>
                  </a:lnTo>
                  <a:lnTo>
                    <a:pt x="27102" y="74581"/>
                  </a:lnTo>
                  <a:lnTo>
                    <a:pt x="0" y="74581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7102" cy="122206"/>
            </a:xfrm>
            <a:prstGeom prst="rect">
              <a:avLst/>
            </a:prstGeom>
          </p:spPr>
          <p:txBody>
            <a:bodyPr anchor="ctr" rtlCol="false" tIns="59620" lIns="59620" bIns="59620" rIns="5962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21457" y="9142528"/>
            <a:ext cx="120770" cy="332340"/>
            <a:chOff x="0" y="0"/>
            <a:chExt cx="27102" cy="745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102" cy="74581"/>
            </a:xfrm>
            <a:custGeom>
              <a:avLst/>
              <a:gdLst/>
              <a:ahLst/>
              <a:cxnLst/>
              <a:rect r="r" b="b" t="t" l="l"/>
              <a:pathLst>
                <a:path h="74581" w="27102">
                  <a:moveTo>
                    <a:pt x="0" y="0"/>
                  </a:moveTo>
                  <a:lnTo>
                    <a:pt x="27102" y="0"/>
                  </a:lnTo>
                  <a:lnTo>
                    <a:pt x="27102" y="74581"/>
                  </a:lnTo>
                  <a:lnTo>
                    <a:pt x="0" y="74581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7102" cy="122206"/>
            </a:xfrm>
            <a:prstGeom prst="rect">
              <a:avLst/>
            </a:prstGeom>
          </p:spPr>
          <p:txBody>
            <a:bodyPr anchor="ctr" rtlCol="false" tIns="59620" lIns="59620" bIns="59620" rIns="5962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-265273" y="4378620"/>
            <a:ext cx="6895068" cy="1199260"/>
          </a:xfrm>
          <a:custGeom>
            <a:avLst/>
            <a:gdLst/>
            <a:ahLst/>
            <a:cxnLst/>
            <a:rect r="r" b="b" t="t" l="l"/>
            <a:pathLst>
              <a:path h="1199260" w="6895068">
                <a:moveTo>
                  <a:pt x="0" y="0"/>
                </a:moveTo>
                <a:lnTo>
                  <a:pt x="6895068" y="0"/>
                </a:lnTo>
                <a:lnTo>
                  <a:pt x="6895068" y="1199260"/>
                </a:lnTo>
                <a:lnTo>
                  <a:pt x="0" y="1199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640" t="0" r="-126754" b="-17124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-1374511" y="6302145"/>
            <a:ext cx="8004306" cy="1199260"/>
          </a:xfrm>
          <a:custGeom>
            <a:avLst/>
            <a:gdLst/>
            <a:ahLst/>
            <a:cxnLst/>
            <a:rect r="r" b="b" t="t" l="l"/>
            <a:pathLst>
              <a:path h="1199260" w="8004306">
                <a:moveTo>
                  <a:pt x="0" y="0"/>
                </a:moveTo>
                <a:lnTo>
                  <a:pt x="8004306" y="0"/>
                </a:lnTo>
                <a:lnTo>
                  <a:pt x="8004306" y="1199259"/>
                </a:lnTo>
                <a:lnTo>
                  <a:pt x="0" y="11992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442" t="0" r="-95330" b="-17124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-381828" y="8372472"/>
            <a:ext cx="7011623" cy="1199260"/>
          </a:xfrm>
          <a:custGeom>
            <a:avLst/>
            <a:gdLst/>
            <a:ahLst/>
            <a:cxnLst/>
            <a:rect r="r" b="b" t="t" l="l"/>
            <a:pathLst>
              <a:path h="1199260" w="7011623">
                <a:moveTo>
                  <a:pt x="0" y="0"/>
                </a:moveTo>
                <a:lnTo>
                  <a:pt x="7011623" y="0"/>
                </a:lnTo>
                <a:lnTo>
                  <a:pt x="7011623" y="1199260"/>
                </a:lnTo>
                <a:lnTo>
                  <a:pt x="0" y="1199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496" t="0" r="-122984" b="-17124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721457" y="4376212"/>
            <a:ext cx="6506159" cy="1609100"/>
          </a:xfrm>
          <a:custGeom>
            <a:avLst/>
            <a:gdLst/>
            <a:ahLst/>
            <a:cxnLst/>
            <a:rect r="r" b="b" t="t" l="l"/>
            <a:pathLst>
              <a:path h="1609100" w="6506159">
                <a:moveTo>
                  <a:pt x="0" y="0"/>
                </a:moveTo>
                <a:lnTo>
                  <a:pt x="6506158" y="0"/>
                </a:lnTo>
                <a:lnTo>
                  <a:pt x="6506158" y="1609100"/>
                </a:lnTo>
                <a:lnTo>
                  <a:pt x="0" y="1609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402" t="0" r="-136062" b="-102155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721457" y="6434114"/>
            <a:ext cx="6566543" cy="1609100"/>
          </a:xfrm>
          <a:custGeom>
            <a:avLst/>
            <a:gdLst/>
            <a:ahLst/>
            <a:cxnLst/>
            <a:rect r="r" b="b" t="t" l="l"/>
            <a:pathLst>
              <a:path h="1609100" w="6566543">
                <a:moveTo>
                  <a:pt x="0" y="0"/>
                </a:moveTo>
                <a:lnTo>
                  <a:pt x="6566543" y="0"/>
                </a:lnTo>
                <a:lnTo>
                  <a:pt x="6566543" y="1609100"/>
                </a:lnTo>
                <a:lnTo>
                  <a:pt x="0" y="1609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122" t="0" r="-131048" b="-102155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-134894" y="2576878"/>
            <a:ext cx="7257780" cy="1199260"/>
          </a:xfrm>
          <a:custGeom>
            <a:avLst/>
            <a:gdLst/>
            <a:ahLst/>
            <a:cxnLst/>
            <a:rect r="r" b="b" t="t" l="l"/>
            <a:pathLst>
              <a:path h="1199260" w="7257780">
                <a:moveTo>
                  <a:pt x="0" y="0"/>
                </a:moveTo>
                <a:lnTo>
                  <a:pt x="7257780" y="0"/>
                </a:lnTo>
                <a:lnTo>
                  <a:pt x="7257780" y="1199259"/>
                </a:lnTo>
                <a:lnTo>
                  <a:pt x="0" y="11992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5485" t="-2650" r="0" b="-182969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173136" y="2827590"/>
            <a:ext cx="754076" cy="697834"/>
          </a:xfrm>
          <a:custGeom>
            <a:avLst/>
            <a:gdLst/>
            <a:ahLst/>
            <a:cxnLst/>
            <a:rect r="r" b="b" t="t" l="l"/>
            <a:pathLst>
              <a:path h="697834" w="754076">
                <a:moveTo>
                  <a:pt x="0" y="0"/>
                </a:moveTo>
                <a:lnTo>
                  <a:pt x="754075" y="0"/>
                </a:lnTo>
                <a:lnTo>
                  <a:pt x="754075" y="697835"/>
                </a:lnTo>
                <a:lnTo>
                  <a:pt x="0" y="6978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550113" y="2576878"/>
            <a:ext cx="6737887" cy="1199260"/>
          </a:xfrm>
          <a:custGeom>
            <a:avLst/>
            <a:gdLst/>
            <a:ahLst/>
            <a:cxnLst/>
            <a:rect r="r" b="b" t="t" l="l"/>
            <a:pathLst>
              <a:path h="1199260" w="6737887">
                <a:moveTo>
                  <a:pt x="0" y="0"/>
                </a:moveTo>
                <a:lnTo>
                  <a:pt x="6737887" y="0"/>
                </a:lnTo>
                <a:lnTo>
                  <a:pt x="6737887" y="1199259"/>
                </a:lnTo>
                <a:lnTo>
                  <a:pt x="0" y="11992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53655" t="-2650" r="0" b="-182969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11668042" y="2824356"/>
            <a:ext cx="754076" cy="697834"/>
          </a:xfrm>
          <a:custGeom>
            <a:avLst/>
            <a:gdLst/>
            <a:ahLst/>
            <a:cxnLst/>
            <a:rect r="r" b="b" t="t" l="l"/>
            <a:pathLst>
              <a:path h="697834" w="754076">
                <a:moveTo>
                  <a:pt x="0" y="0"/>
                </a:moveTo>
                <a:lnTo>
                  <a:pt x="754076" y="0"/>
                </a:lnTo>
                <a:lnTo>
                  <a:pt x="754076" y="697835"/>
                </a:lnTo>
                <a:lnTo>
                  <a:pt x="0" y="6978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081418" y="-650522"/>
            <a:ext cx="6252730" cy="2501092"/>
          </a:xfrm>
          <a:custGeom>
            <a:avLst/>
            <a:gdLst/>
            <a:ahLst/>
            <a:cxnLst/>
            <a:rect r="r" b="b" t="t" l="l"/>
            <a:pathLst>
              <a:path h="2501092" w="6252730">
                <a:moveTo>
                  <a:pt x="0" y="0"/>
                </a:moveTo>
                <a:lnTo>
                  <a:pt x="6252730" y="0"/>
                </a:lnTo>
                <a:lnTo>
                  <a:pt x="6252730" y="2501092"/>
                </a:lnTo>
                <a:lnTo>
                  <a:pt x="0" y="250109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7599136" y="2579246"/>
            <a:ext cx="3442781" cy="6812133"/>
            <a:chOff x="0" y="0"/>
            <a:chExt cx="2620010" cy="51841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-2121" r="0" b="-2121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36593" y="4692471"/>
            <a:ext cx="708910" cy="571558"/>
          </a:xfrm>
          <a:custGeom>
            <a:avLst/>
            <a:gdLst/>
            <a:ahLst/>
            <a:cxnLst/>
            <a:rect r="r" b="b" t="t" l="l"/>
            <a:pathLst>
              <a:path h="571558" w="708910">
                <a:moveTo>
                  <a:pt x="0" y="0"/>
                </a:moveTo>
                <a:lnTo>
                  <a:pt x="708910" y="0"/>
                </a:lnTo>
                <a:lnTo>
                  <a:pt x="708910" y="571558"/>
                </a:lnTo>
                <a:lnTo>
                  <a:pt x="0" y="5715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1346505">
            <a:off x="286679" y="6586364"/>
            <a:ext cx="459710" cy="630820"/>
          </a:xfrm>
          <a:custGeom>
            <a:avLst/>
            <a:gdLst/>
            <a:ahLst/>
            <a:cxnLst/>
            <a:rect r="r" b="b" t="t" l="l"/>
            <a:pathLst>
              <a:path h="630820" w="459710">
                <a:moveTo>
                  <a:pt x="0" y="0"/>
                </a:moveTo>
                <a:lnTo>
                  <a:pt x="459710" y="0"/>
                </a:lnTo>
                <a:lnTo>
                  <a:pt x="459710" y="630820"/>
                </a:lnTo>
                <a:lnTo>
                  <a:pt x="0" y="63082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5473380">
            <a:off x="-3144" y="8734900"/>
            <a:ext cx="619125" cy="474404"/>
          </a:xfrm>
          <a:custGeom>
            <a:avLst/>
            <a:gdLst/>
            <a:ahLst/>
            <a:cxnLst/>
            <a:rect r="r" b="b" t="t" l="l"/>
            <a:pathLst>
              <a:path h="474404" w="619125">
                <a:moveTo>
                  <a:pt x="0" y="0"/>
                </a:moveTo>
                <a:lnTo>
                  <a:pt x="619124" y="0"/>
                </a:lnTo>
                <a:lnTo>
                  <a:pt x="619124" y="474404"/>
                </a:lnTo>
                <a:lnTo>
                  <a:pt x="0" y="47440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1781841" y="4835744"/>
            <a:ext cx="966777" cy="690037"/>
          </a:xfrm>
          <a:custGeom>
            <a:avLst/>
            <a:gdLst/>
            <a:ahLst/>
            <a:cxnLst/>
            <a:rect r="r" b="b" t="t" l="l"/>
            <a:pathLst>
              <a:path h="690037" w="966777">
                <a:moveTo>
                  <a:pt x="0" y="0"/>
                </a:moveTo>
                <a:lnTo>
                  <a:pt x="966778" y="0"/>
                </a:lnTo>
                <a:lnTo>
                  <a:pt x="966778" y="690037"/>
                </a:lnTo>
                <a:lnTo>
                  <a:pt x="0" y="69003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1781841" y="6727476"/>
            <a:ext cx="1058087" cy="1022377"/>
          </a:xfrm>
          <a:custGeom>
            <a:avLst/>
            <a:gdLst/>
            <a:ahLst/>
            <a:cxnLst/>
            <a:rect r="r" b="b" t="t" l="l"/>
            <a:pathLst>
              <a:path h="1022377" w="1058087">
                <a:moveTo>
                  <a:pt x="0" y="0"/>
                </a:moveTo>
                <a:lnTo>
                  <a:pt x="1058088" y="0"/>
                </a:lnTo>
                <a:lnTo>
                  <a:pt x="1058088" y="1022377"/>
                </a:lnTo>
                <a:lnTo>
                  <a:pt x="0" y="102237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2794107" y="4387700"/>
            <a:ext cx="5741581" cy="1562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 strike="noStrike" u="non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An app that Teaches Eco-Friendly</a:t>
            </a:r>
            <a:r>
              <a:rPr lang="en-US" sz="2999" strike="noStrike" u="non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</a:p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 strike="noStrike" u="non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Habits through Fun Games and </a:t>
            </a:r>
          </a:p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 strike="noStrike" u="non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Real-World Tasks.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71101" y="4687737"/>
            <a:ext cx="6456660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 Education is Theoretical, Not Practical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21939" y="6611262"/>
            <a:ext cx="5707856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 strike="noStrike" u="non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No Path for Local, Real-World Action.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16534" y="8681589"/>
            <a:ext cx="6165793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Fails to</a:t>
            </a:r>
            <a:r>
              <a:rPr lang="en-US" sz="2999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 Engage Students or Build Habits.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794107" y="6425079"/>
            <a:ext cx="6445774" cy="208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 strike="noStrike" u="non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Students earn points and compete</a:t>
            </a:r>
          </a:p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 strike="noStrike" u="non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 in school-level challenges </a:t>
            </a:r>
          </a:p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 strike="noStrike" u="non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for rewards.</a:t>
            </a:r>
          </a:p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3599431" y="1364661"/>
            <a:ext cx="11228784" cy="764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B</a:t>
            </a:r>
            <a:r>
              <a:rPr lang="en-US" b="true" sz="4399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ridging the Gap Between Knowing and Doing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45503" y="2747812"/>
            <a:ext cx="4153657" cy="788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 T</a:t>
            </a:r>
            <a:r>
              <a:rPr lang="en-US" b="true" sz="4599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he Problem :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422118" y="2696054"/>
            <a:ext cx="4079523" cy="788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 </a:t>
            </a:r>
            <a:r>
              <a:rPr lang="en-US" b="true" sz="4599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T</a:t>
            </a:r>
            <a:r>
              <a:rPr lang="en-US" b="true" sz="4599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he Solution 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5270" y="223838"/>
            <a:ext cx="2618918" cy="1248727"/>
            <a:chOff x="0" y="0"/>
            <a:chExt cx="3491890" cy="1664970"/>
          </a:xfrm>
        </p:grpSpPr>
        <p:sp>
          <p:nvSpPr>
            <p:cNvPr name="Freeform 3" id="3" descr="Your startup LOGO"/>
            <p:cNvSpPr/>
            <p:nvPr/>
          </p:nvSpPr>
          <p:spPr>
            <a:xfrm flipH="false" flipV="false" rot="0">
              <a:off x="30564" y="25400"/>
              <a:ext cx="3430763" cy="1614170"/>
            </a:xfrm>
            <a:custGeom>
              <a:avLst/>
              <a:gdLst/>
              <a:ahLst/>
              <a:cxnLst/>
              <a:rect r="r" b="b" t="t" l="l"/>
              <a:pathLst>
                <a:path h="1614170" w="3430763">
                  <a:moveTo>
                    <a:pt x="0" y="807085"/>
                  </a:moveTo>
                  <a:cubicBezTo>
                    <a:pt x="0" y="361315"/>
                    <a:pt x="768063" y="0"/>
                    <a:pt x="1715381" y="0"/>
                  </a:cubicBezTo>
                  <a:cubicBezTo>
                    <a:pt x="2662700" y="0"/>
                    <a:pt x="3430763" y="361315"/>
                    <a:pt x="3430763" y="807085"/>
                  </a:cubicBezTo>
                  <a:cubicBezTo>
                    <a:pt x="3430763" y="1252855"/>
                    <a:pt x="2662700" y="1614170"/>
                    <a:pt x="1715381" y="1614170"/>
                  </a:cubicBezTo>
                  <a:cubicBezTo>
                    <a:pt x="768062" y="1614170"/>
                    <a:pt x="0" y="1252855"/>
                    <a:pt x="0" y="8070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 descr="Your startup LOGO"/>
            <p:cNvSpPr/>
            <p:nvPr/>
          </p:nvSpPr>
          <p:spPr>
            <a:xfrm flipH="false" flipV="false" rot="0">
              <a:off x="0" y="0"/>
              <a:ext cx="3491890" cy="1664970"/>
            </a:xfrm>
            <a:custGeom>
              <a:avLst/>
              <a:gdLst/>
              <a:ahLst/>
              <a:cxnLst/>
              <a:rect r="r" b="b" t="t" l="l"/>
              <a:pathLst>
                <a:path h="1664970" w="3491890">
                  <a:moveTo>
                    <a:pt x="0" y="832485"/>
                  </a:moveTo>
                  <a:cubicBezTo>
                    <a:pt x="0" y="361696"/>
                    <a:pt x="799238" y="0"/>
                    <a:pt x="1745945" y="0"/>
                  </a:cubicBezTo>
                  <a:cubicBezTo>
                    <a:pt x="2692652" y="0"/>
                    <a:pt x="3491890" y="361696"/>
                    <a:pt x="3491890" y="832485"/>
                  </a:cubicBezTo>
                  <a:lnTo>
                    <a:pt x="3461327" y="832485"/>
                  </a:lnTo>
                  <a:lnTo>
                    <a:pt x="3491890" y="832485"/>
                  </a:lnTo>
                  <a:cubicBezTo>
                    <a:pt x="3491890" y="1303274"/>
                    <a:pt x="2692652" y="1664970"/>
                    <a:pt x="1745945" y="1664970"/>
                  </a:cubicBezTo>
                  <a:lnTo>
                    <a:pt x="1745945" y="1639570"/>
                  </a:lnTo>
                  <a:lnTo>
                    <a:pt x="1745945" y="1664970"/>
                  </a:lnTo>
                  <a:cubicBezTo>
                    <a:pt x="799238" y="1664970"/>
                    <a:pt x="0" y="1303274"/>
                    <a:pt x="0" y="832485"/>
                  </a:cubicBezTo>
                  <a:lnTo>
                    <a:pt x="30564" y="832485"/>
                  </a:lnTo>
                  <a:lnTo>
                    <a:pt x="61127" y="832485"/>
                  </a:lnTo>
                  <a:lnTo>
                    <a:pt x="30564" y="832485"/>
                  </a:lnTo>
                  <a:lnTo>
                    <a:pt x="0" y="832485"/>
                  </a:lnTo>
                  <a:moveTo>
                    <a:pt x="61127" y="832485"/>
                  </a:moveTo>
                  <a:cubicBezTo>
                    <a:pt x="61127" y="846455"/>
                    <a:pt x="47374" y="857885"/>
                    <a:pt x="30564" y="857885"/>
                  </a:cubicBezTo>
                  <a:cubicBezTo>
                    <a:pt x="13754" y="857885"/>
                    <a:pt x="0" y="846455"/>
                    <a:pt x="0" y="832485"/>
                  </a:cubicBezTo>
                  <a:cubicBezTo>
                    <a:pt x="0" y="818515"/>
                    <a:pt x="13754" y="807085"/>
                    <a:pt x="30564" y="807085"/>
                  </a:cubicBezTo>
                  <a:cubicBezTo>
                    <a:pt x="47374" y="807085"/>
                    <a:pt x="61127" y="818515"/>
                    <a:pt x="61127" y="832485"/>
                  </a:cubicBezTo>
                  <a:cubicBezTo>
                    <a:pt x="61127" y="1253109"/>
                    <a:pt x="798015" y="1614170"/>
                    <a:pt x="1745945" y="1614170"/>
                  </a:cubicBezTo>
                  <a:cubicBezTo>
                    <a:pt x="2693875" y="1614170"/>
                    <a:pt x="3430763" y="1253109"/>
                    <a:pt x="3430763" y="832485"/>
                  </a:cubicBezTo>
                  <a:cubicBezTo>
                    <a:pt x="3430763" y="411861"/>
                    <a:pt x="2693875" y="50800"/>
                    <a:pt x="1745945" y="50800"/>
                  </a:cubicBezTo>
                  <a:lnTo>
                    <a:pt x="1745945" y="25400"/>
                  </a:lnTo>
                  <a:lnTo>
                    <a:pt x="1745945" y="50800"/>
                  </a:lnTo>
                  <a:cubicBezTo>
                    <a:pt x="798015" y="50800"/>
                    <a:pt x="61127" y="411861"/>
                    <a:pt x="61127" y="83248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3491890" cy="1664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Tech Legend</a:t>
              </a: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4762049" y="85645"/>
            <a:ext cx="3313680" cy="1684302"/>
            <a:chOff x="0" y="0"/>
            <a:chExt cx="4418240" cy="2245736"/>
          </a:xfrm>
        </p:grpSpPr>
        <p:sp>
          <p:nvSpPr>
            <p:cNvPr name="Freeform 7" id="7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6081418" y="-650522"/>
            <a:ext cx="6252730" cy="2501092"/>
          </a:xfrm>
          <a:custGeom>
            <a:avLst/>
            <a:gdLst/>
            <a:ahLst/>
            <a:cxnLst/>
            <a:rect r="r" b="b" t="t" l="l"/>
            <a:pathLst>
              <a:path h="2501092" w="6252730">
                <a:moveTo>
                  <a:pt x="0" y="0"/>
                </a:moveTo>
                <a:lnTo>
                  <a:pt x="6252730" y="0"/>
                </a:lnTo>
                <a:lnTo>
                  <a:pt x="6252730" y="2501092"/>
                </a:lnTo>
                <a:lnTo>
                  <a:pt x="0" y="2501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09974" y="1420674"/>
            <a:ext cx="10075366" cy="764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Bu</a:t>
            </a:r>
            <a:r>
              <a:rPr lang="en-US" b="true" sz="4399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ilt on a Modern &amp; Scalable Architecture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55270" y="2301886"/>
            <a:ext cx="17820459" cy="7985114"/>
            <a:chOff x="0" y="0"/>
            <a:chExt cx="4693454" cy="21030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93454" cy="2103075"/>
            </a:xfrm>
            <a:custGeom>
              <a:avLst/>
              <a:gdLst/>
              <a:ahLst/>
              <a:cxnLst/>
              <a:rect r="r" b="b" t="t" l="l"/>
              <a:pathLst>
                <a:path h="2103075" w="4693454">
                  <a:moveTo>
                    <a:pt x="0" y="0"/>
                  </a:moveTo>
                  <a:lnTo>
                    <a:pt x="4693454" y="0"/>
                  </a:lnTo>
                  <a:lnTo>
                    <a:pt x="4693454" y="2103075"/>
                  </a:lnTo>
                  <a:lnTo>
                    <a:pt x="0" y="2103075"/>
                  </a:ln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693454" cy="214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186824" y="3957148"/>
            <a:ext cx="9888905" cy="6032232"/>
          </a:xfrm>
          <a:custGeom>
            <a:avLst/>
            <a:gdLst/>
            <a:ahLst/>
            <a:cxnLst/>
            <a:rect r="r" b="b" t="t" l="l"/>
            <a:pathLst>
              <a:path h="6032232" w="9888905">
                <a:moveTo>
                  <a:pt x="0" y="0"/>
                </a:moveTo>
                <a:lnTo>
                  <a:pt x="9888905" y="0"/>
                </a:lnTo>
                <a:lnTo>
                  <a:pt x="9888905" y="6032232"/>
                </a:lnTo>
                <a:lnTo>
                  <a:pt x="0" y="6032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 flipH="true" flipV="true">
            <a:off x="7946120" y="3126288"/>
            <a:ext cx="0" cy="6863092"/>
          </a:xfrm>
          <a:prstGeom prst="line">
            <a:avLst/>
          </a:prstGeom>
          <a:ln cap="flat" w="47625">
            <a:solidFill>
              <a:srgbClr val="FDFDF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0112000" y="2629538"/>
            <a:ext cx="6038552" cy="788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39"/>
              </a:lnSpc>
              <a:spcBef>
                <a:spcPct val="0"/>
              </a:spcBef>
            </a:pPr>
            <a:r>
              <a:rPr lang="en-US" b="true" sz="4599" strike="noStrike" u="non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High-Level Architecture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28700" y="2688958"/>
            <a:ext cx="815236" cy="728617"/>
          </a:xfrm>
          <a:custGeom>
            <a:avLst/>
            <a:gdLst/>
            <a:ahLst/>
            <a:cxnLst/>
            <a:rect r="r" b="b" t="t" l="l"/>
            <a:pathLst>
              <a:path h="728617" w="815236">
                <a:moveTo>
                  <a:pt x="0" y="0"/>
                </a:moveTo>
                <a:lnTo>
                  <a:pt x="815236" y="0"/>
                </a:lnTo>
                <a:lnTo>
                  <a:pt x="815236" y="728617"/>
                </a:lnTo>
                <a:lnTo>
                  <a:pt x="0" y="7286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979110" y="2629538"/>
            <a:ext cx="5528816" cy="788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39"/>
              </a:lnSpc>
              <a:spcBef>
                <a:spcPct val="0"/>
              </a:spcBef>
            </a:pPr>
            <a:r>
              <a:rPr lang="en-US" b="true" sz="4599" strike="noStrike" u="non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Our Technology Stack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147657" y="2745962"/>
            <a:ext cx="669934" cy="671613"/>
          </a:xfrm>
          <a:custGeom>
            <a:avLst/>
            <a:gdLst/>
            <a:ahLst/>
            <a:cxnLst/>
            <a:rect r="r" b="b" t="t" l="l"/>
            <a:pathLst>
              <a:path h="671613" w="669934">
                <a:moveTo>
                  <a:pt x="0" y="0"/>
                </a:moveTo>
                <a:lnTo>
                  <a:pt x="669934" y="0"/>
                </a:lnTo>
                <a:lnTo>
                  <a:pt x="669934" y="671613"/>
                </a:lnTo>
                <a:lnTo>
                  <a:pt x="0" y="6716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662827" y="5208578"/>
            <a:ext cx="793473" cy="33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2"/>
              </a:lnSpc>
              <a:spcBef>
                <a:spcPct val="0"/>
              </a:spcBef>
            </a:pPr>
            <a:r>
              <a:rPr lang="en-US" b="true" sz="1737" spc="5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React JS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4073944" y="4646153"/>
            <a:ext cx="1948604" cy="623004"/>
          </a:xfrm>
          <a:custGeom>
            <a:avLst/>
            <a:gdLst/>
            <a:ahLst/>
            <a:cxnLst/>
            <a:rect r="r" b="b" t="t" l="l"/>
            <a:pathLst>
              <a:path h="623004" w="1948604">
                <a:moveTo>
                  <a:pt x="0" y="0"/>
                </a:moveTo>
                <a:lnTo>
                  <a:pt x="1948604" y="0"/>
                </a:lnTo>
                <a:lnTo>
                  <a:pt x="1948604" y="623005"/>
                </a:lnTo>
                <a:lnTo>
                  <a:pt x="0" y="6230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570388" y="4371243"/>
            <a:ext cx="978351" cy="913535"/>
          </a:xfrm>
          <a:custGeom>
            <a:avLst/>
            <a:gdLst/>
            <a:ahLst/>
            <a:cxnLst/>
            <a:rect r="r" b="b" t="t" l="l"/>
            <a:pathLst>
              <a:path h="913535" w="978351">
                <a:moveTo>
                  <a:pt x="0" y="0"/>
                </a:moveTo>
                <a:lnTo>
                  <a:pt x="978351" y="0"/>
                </a:lnTo>
                <a:lnTo>
                  <a:pt x="978351" y="913535"/>
                </a:lnTo>
                <a:lnTo>
                  <a:pt x="0" y="9135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428875" y="5814337"/>
            <a:ext cx="1645069" cy="1158927"/>
          </a:xfrm>
          <a:custGeom>
            <a:avLst/>
            <a:gdLst/>
            <a:ahLst/>
            <a:cxnLst/>
            <a:rect r="r" b="b" t="t" l="l"/>
            <a:pathLst>
              <a:path h="1158927" w="1645069">
                <a:moveTo>
                  <a:pt x="0" y="0"/>
                </a:moveTo>
                <a:lnTo>
                  <a:pt x="1645069" y="0"/>
                </a:lnTo>
                <a:lnTo>
                  <a:pt x="1645069" y="1158927"/>
                </a:lnTo>
                <a:lnTo>
                  <a:pt x="0" y="11589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264381" y="5619116"/>
            <a:ext cx="1594781" cy="837985"/>
          </a:xfrm>
          <a:custGeom>
            <a:avLst/>
            <a:gdLst/>
            <a:ahLst/>
            <a:cxnLst/>
            <a:rect r="r" b="b" t="t" l="l"/>
            <a:pathLst>
              <a:path h="837985" w="1594781">
                <a:moveTo>
                  <a:pt x="0" y="0"/>
                </a:moveTo>
                <a:lnTo>
                  <a:pt x="1594781" y="0"/>
                </a:lnTo>
                <a:lnTo>
                  <a:pt x="1594781" y="837985"/>
                </a:lnTo>
                <a:lnTo>
                  <a:pt x="0" y="83798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093802" y="5688947"/>
            <a:ext cx="1757251" cy="869839"/>
          </a:xfrm>
          <a:custGeom>
            <a:avLst/>
            <a:gdLst/>
            <a:ahLst/>
            <a:cxnLst/>
            <a:rect r="r" b="b" t="t" l="l"/>
            <a:pathLst>
              <a:path h="869839" w="1757251">
                <a:moveTo>
                  <a:pt x="0" y="0"/>
                </a:moveTo>
                <a:lnTo>
                  <a:pt x="1757251" y="0"/>
                </a:lnTo>
                <a:lnTo>
                  <a:pt x="1757251" y="869839"/>
                </a:lnTo>
                <a:lnTo>
                  <a:pt x="0" y="8698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613277" y="7259190"/>
            <a:ext cx="1460667" cy="850927"/>
          </a:xfrm>
          <a:custGeom>
            <a:avLst/>
            <a:gdLst/>
            <a:ahLst/>
            <a:cxnLst/>
            <a:rect r="r" b="b" t="t" l="l"/>
            <a:pathLst>
              <a:path h="850927" w="1460667">
                <a:moveTo>
                  <a:pt x="0" y="0"/>
                </a:moveTo>
                <a:lnTo>
                  <a:pt x="1460667" y="0"/>
                </a:lnTo>
                <a:lnTo>
                  <a:pt x="1460667" y="850927"/>
                </a:lnTo>
                <a:lnTo>
                  <a:pt x="0" y="85092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332283" y="6995398"/>
            <a:ext cx="1337663" cy="1114719"/>
          </a:xfrm>
          <a:custGeom>
            <a:avLst/>
            <a:gdLst/>
            <a:ahLst/>
            <a:cxnLst/>
            <a:rect r="r" b="b" t="t" l="l"/>
            <a:pathLst>
              <a:path h="1114719" w="1337663">
                <a:moveTo>
                  <a:pt x="0" y="0"/>
                </a:moveTo>
                <a:lnTo>
                  <a:pt x="1337662" y="0"/>
                </a:lnTo>
                <a:lnTo>
                  <a:pt x="1337662" y="1114719"/>
                </a:lnTo>
                <a:lnTo>
                  <a:pt x="0" y="111471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372159" y="8801985"/>
            <a:ext cx="1650389" cy="461138"/>
          </a:xfrm>
          <a:custGeom>
            <a:avLst/>
            <a:gdLst/>
            <a:ahLst/>
            <a:cxnLst/>
            <a:rect r="r" b="b" t="t" l="l"/>
            <a:pathLst>
              <a:path h="461138" w="1650389">
                <a:moveTo>
                  <a:pt x="0" y="0"/>
                </a:moveTo>
                <a:lnTo>
                  <a:pt x="1650389" y="0"/>
                </a:lnTo>
                <a:lnTo>
                  <a:pt x="1650389" y="461138"/>
                </a:lnTo>
                <a:lnTo>
                  <a:pt x="0" y="46113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478104" y="8489823"/>
            <a:ext cx="1311793" cy="1085462"/>
          </a:xfrm>
          <a:custGeom>
            <a:avLst/>
            <a:gdLst/>
            <a:ahLst/>
            <a:cxnLst/>
            <a:rect r="r" b="b" t="t" l="l"/>
            <a:pathLst>
              <a:path h="1085462" w="1311793">
                <a:moveTo>
                  <a:pt x="0" y="0"/>
                </a:moveTo>
                <a:lnTo>
                  <a:pt x="1311793" y="0"/>
                </a:lnTo>
                <a:lnTo>
                  <a:pt x="1311793" y="1085462"/>
                </a:lnTo>
                <a:lnTo>
                  <a:pt x="0" y="108546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317031" y="8696221"/>
            <a:ext cx="1681666" cy="672666"/>
          </a:xfrm>
          <a:custGeom>
            <a:avLst/>
            <a:gdLst/>
            <a:ahLst/>
            <a:cxnLst/>
            <a:rect r="r" b="b" t="t" l="l"/>
            <a:pathLst>
              <a:path h="672666" w="1681666">
                <a:moveTo>
                  <a:pt x="0" y="0"/>
                </a:moveTo>
                <a:lnTo>
                  <a:pt x="1681666" y="0"/>
                </a:lnTo>
                <a:lnTo>
                  <a:pt x="1681666" y="672666"/>
                </a:lnTo>
                <a:lnTo>
                  <a:pt x="0" y="67266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131595" y="4507697"/>
            <a:ext cx="1681666" cy="823932"/>
          </a:xfrm>
          <a:custGeom>
            <a:avLst/>
            <a:gdLst/>
            <a:ahLst/>
            <a:cxnLst/>
            <a:rect r="r" b="b" t="t" l="l"/>
            <a:pathLst>
              <a:path h="823932" w="1681666">
                <a:moveTo>
                  <a:pt x="0" y="0"/>
                </a:moveTo>
                <a:lnTo>
                  <a:pt x="1681666" y="0"/>
                </a:lnTo>
                <a:lnTo>
                  <a:pt x="1681666" y="823931"/>
                </a:lnTo>
                <a:lnTo>
                  <a:pt x="0" y="82393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317031" y="6916105"/>
            <a:ext cx="1579204" cy="1273305"/>
          </a:xfrm>
          <a:custGeom>
            <a:avLst/>
            <a:gdLst/>
            <a:ahLst/>
            <a:cxnLst/>
            <a:rect r="r" b="b" t="t" l="l"/>
            <a:pathLst>
              <a:path h="1273305" w="1579204">
                <a:moveTo>
                  <a:pt x="0" y="0"/>
                </a:moveTo>
                <a:lnTo>
                  <a:pt x="1579204" y="0"/>
                </a:lnTo>
                <a:lnTo>
                  <a:pt x="1579204" y="1273305"/>
                </a:lnTo>
                <a:lnTo>
                  <a:pt x="0" y="12733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-1147957" y="8725531"/>
            <a:ext cx="3428518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283511" y="4629150"/>
            <a:ext cx="180498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 spc="95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Frontend 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08829" y="6027127"/>
            <a:ext cx="171822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 spc="95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Backend 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69952" y="7262245"/>
            <a:ext cx="233273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 spc="95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Deployment 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36605" y="8758551"/>
            <a:ext cx="217006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 spc="95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AI and API 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5270" y="223838"/>
            <a:ext cx="2618918" cy="1248727"/>
            <a:chOff x="0" y="0"/>
            <a:chExt cx="3491890" cy="1664970"/>
          </a:xfrm>
        </p:grpSpPr>
        <p:sp>
          <p:nvSpPr>
            <p:cNvPr name="Freeform 3" id="3" descr="Your startup LOGO"/>
            <p:cNvSpPr/>
            <p:nvPr/>
          </p:nvSpPr>
          <p:spPr>
            <a:xfrm flipH="false" flipV="false" rot="0">
              <a:off x="30564" y="25400"/>
              <a:ext cx="3430763" cy="1614170"/>
            </a:xfrm>
            <a:custGeom>
              <a:avLst/>
              <a:gdLst/>
              <a:ahLst/>
              <a:cxnLst/>
              <a:rect r="r" b="b" t="t" l="l"/>
              <a:pathLst>
                <a:path h="1614170" w="3430763">
                  <a:moveTo>
                    <a:pt x="0" y="807085"/>
                  </a:moveTo>
                  <a:cubicBezTo>
                    <a:pt x="0" y="361315"/>
                    <a:pt x="768063" y="0"/>
                    <a:pt x="1715381" y="0"/>
                  </a:cubicBezTo>
                  <a:cubicBezTo>
                    <a:pt x="2662700" y="0"/>
                    <a:pt x="3430763" y="361315"/>
                    <a:pt x="3430763" y="807085"/>
                  </a:cubicBezTo>
                  <a:cubicBezTo>
                    <a:pt x="3430763" y="1252855"/>
                    <a:pt x="2662700" y="1614170"/>
                    <a:pt x="1715381" y="1614170"/>
                  </a:cubicBezTo>
                  <a:cubicBezTo>
                    <a:pt x="768062" y="1614170"/>
                    <a:pt x="0" y="1252855"/>
                    <a:pt x="0" y="8070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 descr="Your startup LOGO"/>
            <p:cNvSpPr/>
            <p:nvPr/>
          </p:nvSpPr>
          <p:spPr>
            <a:xfrm flipH="false" flipV="false" rot="0">
              <a:off x="0" y="0"/>
              <a:ext cx="3491890" cy="1664970"/>
            </a:xfrm>
            <a:custGeom>
              <a:avLst/>
              <a:gdLst/>
              <a:ahLst/>
              <a:cxnLst/>
              <a:rect r="r" b="b" t="t" l="l"/>
              <a:pathLst>
                <a:path h="1664970" w="3491890">
                  <a:moveTo>
                    <a:pt x="0" y="832485"/>
                  </a:moveTo>
                  <a:cubicBezTo>
                    <a:pt x="0" y="361696"/>
                    <a:pt x="799238" y="0"/>
                    <a:pt x="1745945" y="0"/>
                  </a:cubicBezTo>
                  <a:cubicBezTo>
                    <a:pt x="2692652" y="0"/>
                    <a:pt x="3491890" y="361696"/>
                    <a:pt x="3491890" y="832485"/>
                  </a:cubicBezTo>
                  <a:lnTo>
                    <a:pt x="3461327" y="832485"/>
                  </a:lnTo>
                  <a:lnTo>
                    <a:pt x="3491890" y="832485"/>
                  </a:lnTo>
                  <a:cubicBezTo>
                    <a:pt x="3491890" y="1303274"/>
                    <a:pt x="2692652" y="1664970"/>
                    <a:pt x="1745945" y="1664970"/>
                  </a:cubicBezTo>
                  <a:lnTo>
                    <a:pt x="1745945" y="1639570"/>
                  </a:lnTo>
                  <a:lnTo>
                    <a:pt x="1745945" y="1664970"/>
                  </a:lnTo>
                  <a:cubicBezTo>
                    <a:pt x="799238" y="1664970"/>
                    <a:pt x="0" y="1303274"/>
                    <a:pt x="0" y="832485"/>
                  </a:cubicBezTo>
                  <a:lnTo>
                    <a:pt x="30564" y="832485"/>
                  </a:lnTo>
                  <a:lnTo>
                    <a:pt x="61127" y="832485"/>
                  </a:lnTo>
                  <a:lnTo>
                    <a:pt x="30564" y="832485"/>
                  </a:lnTo>
                  <a:lnTo>
                    <a:pt x="0" y="832485"/>
                  </a:lnTo>
                  <a:moveTo>
                    <a:pt x="61127" y="832485"/>
                  </a:moveTo>
                  <a:cubicBezTo>
                    <a:pt x="61127" y="846455"/>
                    <a:pt x="47374" y="857885"/>
                    <a:pt x="30564" y="857885"/>
                  </a:cubicBezTo>
                  <a:cubicBezTo>
                    <a:pt x="13754" y="857885"/>
                    <a:pt x="0" y="846455"/>
                    <a:pt x="0" y="832485"/>
                  </a:cubicBezTo>
                  <a:cubicBezTo>
                    <a:pt x="0" y="818515"/>
                    <a:pt x="13754" y="807085"/>
                    <a:pt x="30564" y="807085"/>
                  </a:cubicBezTo>
                  <a:cubicBezTo>
                    <a:pt x="47374" y="807085"/>
                    <a:pt x="61127" y="818515"/>
                    <a:pt x="61127" y="832485"/>
                  </a:cubicBezTo>
                  <a:cubicBezTo>
                    <a:pt x="61127" y="1253109"/>
                    <a:pt x="798015" y="1614170"/>
                    <a:pt x="1745945" y="1614170"/>
                  </a:cubicBezTo>
                  <a:cubicBezTo>
                    <a:pt x="2693875" y="1614170"/>
                    <a:pt x="3430763" y="1253109"/>
                    <a:pt x="3430763" y="832485"/>
                  </a:cubicBezTo>
                  <a:cubicBezTo>
                    <a:pt x="3430763" y="411861"/>
                    <a:pt x="2693875" y="50800"/>
                    <a:pt x="1745945" y="50800"/>
                  </a:cubicBezTo>
                  <a:lnTo>
                    <a:pt x="1745945" y="25400"/>
                  </a:lnTo>
                  <a:lnTo>
                    <a:pt x="1745945" y="50800"/>
                  </a:lnTo>
                  <a:cubicBezTo>
                    <a:pt x="798015" y="50800"/>
                    <a:pt x="61127" y="411861"/>
                    <a:pt x="61127" y="83248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3491890" cy="1664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Tech Legend</a:t>
              </a: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4762049" y="85645"/>
            <a:ext cx="3313680" cy="1684302"/>
            <a:chOff x="0" y="0"/>
            <a:chExt cx="4418240" cy="2245736"/>
          </a:xfrm>
        </p:grpSpPr>
        <p:sp>
          <p:nvSpPr>
            <p:cNvPr name="Freeform 7" id="7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6081418" y="-650522"/>
            <a:ext cx="6252730" cy="2501092"/>
          </a:xfrm>
          <a:custGeom>
            <a:avLst/>
            <a:gdLst/>
            <a:ahLst/>
            <a:cxnLst/>
            <a:rect r="r" b="b" t="t" l="l"/>
            <a:pathLst>
              <a:path h="2501092" w="6252730">
                <a:moveTo>
                  <a:pt x="0" y="0"/>
                </a:moveTo>
                <a:lnTo>
                  <a:pt x="6252730" y="0"/>
                </a:lnTo>
                <a:lnTo>
                  <a:pt x="6252730" y="2501092"/>
                </a:lnTo>
                <a:lnTo>
                  <a:pt x="0" y="2501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55270" y="2301886"/>
            <a:ext cx="17820459" cy="7985114"/>
            <a:chOff x="0" y="0"/>
            <a:chExt cx="4693454" cy="21030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93454" cy="2103075"/>
            </a:xfrm>
            <a:custGeom>
              <a:avLst/>
              <a:gdLst/>
              <a:ahLst/>
              <a:cxnLst/>
              <a:rect r="r" b="b" t="t" l="l"/>
              <a:pathLst>
                <a:path h="2103075" w="4693454">
                  <a:moveTo>
                    <a:pt x="0" y="0"/>
                  </a:moveTo>
                  <a:lnTo>
                    <a:pt x="4693454" y="0"/>
                  </a:lnTo>
                  <a:lnTo>
                    <a:pt x="4693454" y="2103075"/>
                  </a:lnTo>
                  <a:lnTo>
                    <a:pt x="0" y="2103075"/>
                  </a:ln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693454" cy="214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 flipH="true" flipV="true">
            <a:off x="6105231" y="2862897"/>
            <a:ext cx="0" cy="6863092"/>
          </a:xfrm>
          <a:prstGeom prst="line">
            <a:avLst/>
          </a:prstGeom>
          <a:ln cap="flat" w="47625">
            <a:solidFill>
              <a:srgbClr val="FDFDF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3381683" y="1420674"/>
            <a:ext cx="11531947" cy="764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A C</a:t>
            </a:r>
            <a:r>
              <a:rPr lang="en-US" b="true" sz="4399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lear Plan for Execution, Success, and Growth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41173" y="4340058"/>
            <a:ext cx="5315569" cy="4918242"/>
            <a:chOff x="0" y="0"/>
            <a:chExt cx="7087425" cy="6557656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7087425" cy="1186133"/>
              <a:chOff x="0" y="0"/>
              <a:chExt cx="1399985" cy="234298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399985" cy="234298"/>
              </a:xfrm>
              <a:custGeom>
                <a:avLst/>
                <a:gdLst/>
                <a:ahLst/>
                <a:cxnLst/>
                <a:rect r="r" b="b" t="t" l="l"/>
                <a:pathLst>
                  <a:path h="234298" w="1399985">
                    <a:moveTo>
                      <a:pt x="0" y="0"/>
                    </a:moveTo>
                    <a:lnTo>
                      <a:pt x="1399985" y="0"/>
                    </a:lnTo>
                    <a:lnTo>
                      <a:pt x="1399985" y="234298"/>
                    </a:lnTo>
                    <a:lnTo>
                      <a:pt x="0" y="234298"/>
                    </a:lnTo>
                    <a:close/>
                  </a:path>
                </a:pathLst>
              </a:custGeom>
              <a:solidFill>
                <a:srgbClr val="93B1B2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1399985" cy="2819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1790508"/>
              <a:ext cx="7087425" cy="1186133"/>
              <a:chOff x="0" y="0"/>
              <a:chExt cx="1399985" cy="23429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399985" cy="234298"/>
              </a:xfrm>
              <a:custGeom>
                <a:avLst/>
                <a:gdLst/>
                <a:ahLst/>
                <a:cxnLst/>
                <a:rect r="r" b="b" t="t" l="l"/>
                <a:pathLst>
                  <a:path h="234298" w="1399985">
                    <a:moveTo>
                      <a:pt x="0" y="0"/>
                    </a:moveTo>
                    <a:lnTo>
                      <a:pt x="1399985" y="0"/>
                    </a:lnTo>
                    <a:lnTo>
                      <a:pt x="1399985" y="234298"/>
                    </a:lnTo>
                    <a:lnTo>
                      <a:pt x="0" y="234298"/>
                    </a:lnTo>
                    <a:close/>
                  </a:path>
                </a:pathLst>
              </a:custGeom>
              <a:solidFill>
                <a:srgbClr val="93B1B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1399985" cy="2819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3581015"/>
              <a:ext cx="7087425" cy="1186133"/>
              <a:chOff x="0" y="0"/>
              <a:chExt cx="1399985" cy="234298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399985" cy="234298"/>
              </a:xfrm>
              <a:custGeom>
                <a:avLst/>
                <a:gdLst/>
                <a:ahLst/>
                <a:cxnLst/>
                <a:rect r="r" b="b" t="t" l="l"/>
                <a:pathLst>
                  <a:path h="234298" w="1399985">
                    <a:moveTo>
                      <a:pt x="0" y="0"/>
                    </a:moveTo>
                    <a:lnTo>
                      <a:pt x="1399985" y="0"/>
                    </a:lnTo>
                    <a:lnTo>
                      <a:pt x="1399985" y="234298"/>
                    </a:lnTo>
                    <a:lnTo>
                      <a:pt x="0" y="234298"/>
                    </a:lnTo>
                    <a:close/>
                  </a:path>
                </a:pathLst>
              </a:custGeom>
              <a:solidFill>
                <a:srgbClr val="93B1B2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1399985" cy="2819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5371523"/>
              <a:ext cx="7087425" cy="1186133"/>
              <a:chOff x="0" y="0"/>
              <a:chExt cx="1399985" cy="234298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399985" cy="234298"/>
              </a:xfrm>
              <a:custGeom>
                <a:avLst/>
                <a:gdLst/>
                <a:ahLst/>
                <a:cxnLst/>
                <a:rect r="r" b="b" t="t" l="l"/>
                <a:pathLst>
                  <a:path h="234298" w="1399985">
                    <a:moveTo>
                      <a:pt x="0" y="0"/>
                    </a:moveTo>
                    <a:lnTo>
                      <a:pt x="1399985" y="0"/>
                    </a:lnTo>
                    <a:lnTo>
                      <a:pt x="1399985" y="234298"/>
                    </a:lnTo>
                    <a:lnTo>
                      <a:pt x="0" y="234298"/>
                    </a:lnTo>
                    <a:close/>
                  </a:path>
                </a:pathLst>
              </a:custGeom>
              <a:solidFill>
                <a:srgbClr val="93B1B2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1399985" cy="2819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1609242" y="227941"/>
              <a:ext cx="4243586" cy="663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Scalable Tech Stack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574217" y="2018449"/>
              <a:ext cx="4313634" cy="663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Rapid Development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928131" y="3808957"/>
              <a:ext cx="3605808" cy="663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Easy Integration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699828" y="5599465"/>
              <a:ext cx="4062412" cy="663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Secure And Private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452893" y="4340058"/>
            <a:ext cx="5315569" cy="889600"/>
            <a:chOff x="0" y="0"/>
            <a:chExt cx="1399985" cy="23429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99985" cy="234298"/>
            </a:xfrm>
            <a:custGeom>
              <a:avLst/>
              <a:gdLst/>
              <a:ahLst/>
              <a:cxnLst/>
              <a:rect r="r" b="b" t="t" l="l"/>
              <a:pathLst>
                <a:path h="234298" w="1399985">
                  <a:moveTo>
                    <a:pt x="0" y="0"/>
                  </a:moveTo>
                  <a:lnTo>
                    <a:pt x="1399985" y="0"/>
                  </a:lnTo>
                  <a:lnTo>
                    <a:pt x="1399985" y="234298"/>
                  </a:lnTo>
                  <a:lnTo>
                    <a:pt x="0" y="234298"/>
                  </a:lnTo>
                  <a:close/>
                </a:path>
              </a:pathLst>
            </a:custGeom>
            <a:solidFill>
              <a:srgbClr val="93B1B2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399985" cy="281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452893" y="5682938"/>
            <a:ext cx="5315569" cy="889600"/>
            <a:chOff x="0" y="0"/>
            <a:chExt cx="1399985" cy="23429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99985" cy="234298"/>
            </a:xfrm>
            <a:custGeom>
              <a:avLst/>
              <a:gdLst/>
              <a:ahLst/>
              <a:cxnLst/>
              <a:rect r="r" b="b" t="t" l="l"/>
              <a:pathLst>
                <a:path h="234298" w="1399985">
                  <a:moveTo>
                    <a:pt x="0" y="0"/>
                  </a:moveTo>
                  <a:lnTo>
                    <a:pt x="1399985" y="0"/>
                  </a:lnTo>
                  <a:lnTo>
                    <a:pt x="1399985" y="234298"/>
                  </a:lnTo>
                  <a:lnTo>
                    <a:pt x="0" y="234298"/>
                  </a:lnTo>
                  <a:close/>
                </a:path>
              </a:pathLst>
            </a:custGeom>
            <a:solidFill>
              <a:srgbClr val="93B1B2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399985" cy="281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452893" y="7025819"/>
            <a:ext cx="5315569" cy="889600"/>
            <a:chOff x="0" y="0"/>
            <a:chExt cx="1399985" cy="23429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99985" cy="234298"/>
            </a:xfrm>
            <a:custGeom>
              <a:avLst/>
              <a:gdLst/>
              <a:ahLst/>
              <a:cxnLst/>
              <a:rect r="r" b="b" t="t" l="l"/>
              <a:pathLst>
                <a:path h="234298" w="1399985">
                  <a:moveTo>
                    <a:pt x="0" y="0"/>
                  </a:moveTo>
                  <a:lnTo>
                    <a:pt x="1399985" y="0"/>
                  </a:lnTo>
                  <a:lnTo>
                    <a:pt x="1399985" y="234298"/>
                  </a:lnTo>
                  <a:lnTo>
                    <a:pt x="0" y="234298"/>
                  </a:lnTo>
                  <a:close/>
                </a:path>
              </a:pathLst>
            </a:custGeom>
            <a:solidFill>
              <a:srgbClr val="93B1B2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399985" cy="281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452893" y="8368700"/>
            <a:ext cx="5315569" cy="889600"/>
            <a:chOff x="0" y="0"/>
            <a:chExt cx="1399985" cy="23429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99985" cy="234298"/>
            </a:xfrm>
            <a:custGeom>
              <a:avLst/>
              <a:gdLst/>
              <a:ahLst/>
              <a:cxnLst/>
              <a:rect r="r" b="b" t="t" l="l"/>
              <a:pathLst>
                <a:path h="234298" w="1399985">
                  <a:moveTo>
                    <a:pt x="0" y="0"/>
                  </a:moveTo>
                  <a:lnTo>
                    <a:pt x="1399985" y="0"/>
                  </a:lnTo>
                  <a:lnTo>
                    <a:pt x="1399985" y="234298"/>
                  </a:lnTo>
                  <a:lnTo>
                    <a:pt x="0" y="234298"/>
                  </a:lnTo>
                  <a:close/>
                </a:path>
              </a:pathLst>
            </a:custGeom>
            <a:solidFill>
              <a:srgbClr val="93B1B2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399985" cy="281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7194656" y="4494345"/>
            <a:ext cx="383204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Critical National Need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372020" y="5837226"/>
            <a:ext cx="358695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High User Adoption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452893" y="7180107"/>
            <a:ext cx="531556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Diverse Revenue System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452893" y="8522987"/>
            <a:ext cx="531556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Data Driven Growth</a:t>
            </a:r>
          </a:p>
        </p:txBody>
      </p:sp>
      <p:sp>
        <p:nvSpPr>
          <p:cNvPr name="AutoShape 47" id="47"/>
          <p:cNvSpPr/>
          <p:nvPr/>
        </p:nvSpPr>
        <p:spPr>
          <a:xfrm flipV="true">
            <a:off x="12116125" y="2862897"/>
            <a:ext cx="0" cy="6863092"/>
          </a:xfrm>
          <a:prstGeom prst="line">
            <a:avLst/>
          </a:prstGeom>
          <a:ln cap="flat" w="47625">
            <a:solidFill>
              <a:srgbClr val="FDFDF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12463787" y="4340058"/>
            <a:ext cx="5315569" cy="4918242"/>
            <a:chOff x="0" y="0"/>
            <a:chExt cx="7087425" cy="6557656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7087425" cy="1186133"/>
              <a:chOff x="0" y="0"/>
              <a:chExt cx="1399985" cy="234298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399985" cy="234298"/>
              </a:xfrm>
              <a:custGeom>
                <a:avLst/>
                <a:gdLst/>
                <a:ahLst/>
                <a:cxnLst/>
                <a:rect r="r" b="b" t="t" l="l"/>
                <a:pathLst>
                  <a:path h="234298" w="1399985">
                    <a:moveTo>
                      <a:pt x="0" y="0"/>
                    </a:moveTo>
                    <a:lnTo>
                      <a:pt x="1399985" y="0"/>
                    </a:lnTo>
                    <a:lnTo>
                      <a:pt x="1399985" y="234298"/>
                    </a:lnTo>
                    <a:lnTo>
                      <a:pt x="0" y="234298"/>
                    </a:lnTo>
                    <a:close/>
                  </a:path>
                </a:pathLst>
              </a:custGeom>
              <a:solidFill>
                <a:srgbClr val="93B1B2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47625"/>
                <a:ext cx="1399985" cy="2819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0" y="1790508"/>
              <a:ext cx="7087425" cy="1186133"/>
              <a:chOff x="0" y="0"/>
              <a:chExt cx="1399985" cy="234298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399985" cy="234298"/>
              </a:xfrm>
              <a:custGeom>
                <a:avLst/>
                <a:gdLst/>
                <a:ahLst/>
                <a:cxnLst/>
                <a:rect r="r" b="b" t="t" l="l"/>
                <a:pathLst>
                  <a:path h="234298" w="1399985">
                    <a:moveTo>
                      <a:pt x="0" y="0"/>
                    </a:moveTo>
                    <a:lnTo>
                      <a:pt x="1399985" y="0"/>
                    </a:lnTo>
                    <a:lnTo>
                      <a:pt x="1399985" y="234298"/>
                    </a:lnTo>
                    <a:lnTo>
                      <a:pt x="0" y="234298"/>
                    </a:lnTo>
                    <a:close/>
                  </a:path>
                </a:pathLst>
              </a:custGeom>
              <a:solidFill>
                <a:srgbClr val="93B1B2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47625"/>
                <a:ext cx="1399985" cy="2819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3581015"/>
              <a:ext cx="7087425" cy="1186133"/>
              <a:chOff x="0" y="0"/>
              <a:chExt cx="1399985" cy="234298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1399985" cy="234298"/>
              </a:xfrm>
              <a:custGeom>
                <a:avLst/>
                <a:gdLst/>
                <a:ahLst/>
                <a:cxnLst/>
                <a:rect r="r" b="b" t="t" l="l"/>
                <a:pathLst>
                  <a:path h="234298" w="1399985">
                    <a:moveTo>
                      <a:pt x="0" y="0"/>
                    </a:moveTo>
                    <a:lnTo>
                      <a:pt x="1399985" y="0"/>
                    </a:lnTo>
                    <a:lnTo>
                      <a:pt x="1399985" y="234298"/>
                    </a:lnTo>
                    <a:lnTo>
                      <a:pt x="0" y="234298"/>
                    </a:lnTo>
                    <a:close/>
                  </a:path>
                </a:pathLst>
              </a:custGeom>
              <a:solidFill>
                <a:srgbClr val="93B1B2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47625"/>
                <a:ext cx="1399985" cy="2819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0" y="5371523"/>
              <a:ext cx="7087425" cy="1186133"/>
              <a:chOff x="0" y="0"/>
              <a:chExt cx="1399985" cy="234298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1399985" cy="234298"/>
              </a:xfrm>
              <a:custGeom>
                <a:avLst/>
                <a:gdLst/>
                <a:ahLst/>
                <a:cxnLst/>
                <a:rect r="r" b="b" t="t" l="l"/>
                <a:pathLst>
                  <a:path h="234298" w="1399985">
                    <a:moveTo>
                      <a:pt x="0" y="0"/>
                    </a:moveTo>
                    <a:lnTo>
                      <a:pt x="1399985" y="0"/>
                    </a:lnTo>
                    <a:lnTo>
                      <a:pt x="1399985" y="234298"/>
                    </a:lnTo>
                    <a:lnTo>
                      <a:pt x="0" y="234298"/>
                    </a:lnTo>
                    <a:close/>
                  </a:path>
                </a:pathLst>
              </a:custGeom>
              <a:solidFill>
                <a:srgbClr val="93B1B2"/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47625"/>
                <a:ext cx="1399985" cy="2819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61" id="61"/>
            <p:cNvSpPr txBox="true"/>
            <p:nvPr/>
          </p:nvSpPr>
          <p:spPr>
            <a:xfrm rot="0">
              <a:off x="0" y="225232"/>
              <a:ext cx="7087425" cy="663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Pilot Program to State Rollout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0" y="2018449"/>
              <a:ext cx="7087425" cy="663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AI-Powered Personalization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0" y="3808957"/>
              <a:ext cx="7087425" cy="663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Integration with NGO Portals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0" y="5599465"/>
              <a:ext cx="7087425" cy="663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Creating a Campus Alert System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592257" y="2464668"/>
            <a:ext cx="2563862" cy="788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39"/>
              </a:lnSpc>
              <a:spcBef>
                <a:spcPct val="0"/>
              </a:spcBef>
            </a:pPr>
            <a:r>
              <a:rPr lang="en-US" b="true" sz="4599" strike="noStrike" u="non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Feasibility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072527" y="2421254"/>
            <a:ext cx="2076301" cy="788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Viability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855491" y="2464668"/>
            <a:ext cx="2532162" cy="788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Scalability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437699" y="3186030"/>
            <a:ext cx="287297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(C</a:t>
            </a:r>
            <a:r>
              <a:rPr lang="en-US" b="true" sz="2999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an we build it?)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735342" y="3186030"/>
            <a:ext cx="281731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(Will it Succeed</a:t>
            </a:r>
            <a:r>
              <a:rPr lang="en-US" b="true" sz="2999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?)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561034" y="3142616"/>
            <a:ext cx="312107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(How will it grow</a:t>
            </a:r>
            <a:r>
              <a:rPr lang="en-US" b="true" sz="2999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?)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5270" y="223838"/>
            <a:ext cx="2618918" cy="1248727"/>
            <a:chOff x="0" y="0"/>
            <a:chExt cx="3491890" cy="1664970"/>
          </a:xfrm>
        </p:grpSpPr>
        <p:sp>
          <p:nvSpPr>
            <p:cNvPr name="Freeform 3" id="3" descr="Your startup LOGO"/>
            <p:cNvSpPr/>
            <p:nvPr/>
          </p:nvSpPr>
          <p:spPr>
            <a:xfrm flipH="false" flipV="false" rot="0">
              <a:off x="30564" y="25400"/>
              <a:ext cx="3430763" cy="1614170"/>
            </a:xfrm>
            <a:custGeom>
              <a:avLst/>
              <a:gdLst/>
              <a:ahLst/>
              <a:cxnLst/>
              <a:rect r="r" b="b" t="t" l="l"/>
              <a:pathLst>
                <a:path h="1614170" w="3430763">
                  <a:moveTo>
                    <a:pt x="0" y="807085"/>
                  </a:moveTo>
                  <a:cubicBezTo>
                    <a:pt x="0" y="361315"/>
                    <a:pt x="768063" y="0"/>
                    <a:pt x="1715381" y="0"/>
                  </a:cubicBezTo>
                  <a:cubicBezTo>
                    <a:pt x="2662700" y="0"/>
                    <a:pt x="3430763" y="361315"/>
                    <a:pt x="3430763" y="807085"/>
                  </a:cubicBezTo>
                  <a:cubicBezTo>
                    <a:pt x="3430763" y="1252855"/>
                    <a:pt x="2662700" y="1614170"/>
                    <a:pt x="1715381" y="1614170"/>
                  </a:cubicBezTo>
                  <a:cubicBezTo>
                    <a:pt x="768062" y="1614170"/>
                    <a:pt x="0" y="1252855"/>
                    <a:pt x="0" y="8070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 descr="Your startup LOGO"/>
            <p:cNvSpPr/>
            <p:nvPr/>
          </p:nvSpPr>
          <p:spPr>
            <a:xfrm flipH="false" flipV="false" rot="0">
              <a:off x="0" y="0"/>
              <a:ext cx="3491890" cy="1664970"/>
            </a:xfrm>
            <a:custGeom>
              <a:avLst/>
              <a:gdLst/>
              <a:ahLst/>
              <a:cxnLst/>
              <a:rect r="r" b="b" t="t" l="l"/>
              <a:pathLst>
                <a:path h="1664970" w="3491890">
                  <a:moveTo>
                    <a:pt x="0" y="832485"/>
                  </a:moveTo>
                  <a:cubicBezTo>
                    <a:pt x="0" y="361696"/>
                    <a:pt x="799238" y="0"/>
                    <a:pt x="1745945" y="0"/>
                  </a:cubicBezTo>
                  <a:cubicBezTo>
                    <a:pt x="2692652" y="0"/>
                    <a:pt x="3491890" y="361696"/>
                    <a:pt x="3491890" y="832485"/>
                  </a:cubicBezTo>
                  <a:lnTo>
                    <a:pt x="3461327" y="832485"/>
                  </a:lnTo>
                  <a:lnTo>
                    <a:pt x="3491890" y="832485"/>
                  </a:lnTo>
                  <a:cubicBezTo>
                    <a:pt x="3491890" y="1303274"/>
                    <a:pt x="2692652" y="1664970"/>
                    <a:pt x="1745945" y="1664970"/>
                  </a:cubicBezTo>
                  <a:lnTo>
                    <a:pt x="1745945" y="1639570"/>
                  </a:lnTo>
                  <a:lnTo>
                    <a:pt x="1745945" y="1664970"/>
                  </a:lnTo>
                  <a:cubicBezTo>
                    <a:pt x="799238" y="1664970"/>
                    <a:pt x="0" y="1303274"/>
                    <a:pt x="0" y="832485"/>
                  </a:cubicBezTo>
                  <a:lnTo>
                    <a:pt x="30564" y="832485"/>
                  </a:lnTo>
                  <a:lnTo>
                    <a:pt x="61127" y="832485"/>
                  </a:lnTo>
                  <a:lnTo>
                    <a:pt x="30564" y="832485"/>
                  </a:lnTo>
                  <a:lnTo>
                    <a:pt x="0" y="832485"/>
                  </a:lnTo>
                  <a:moveTo>
                    <a:pt x="61127" y="832485"/>
                  </a:moveTo>
                  <a:cubicBezTo>
                    <a:pt x="61127" y="846455"/>
                    <a:pt x="47374" y="857885"/>
                    <a:pt x="30564" y="857885"/>
                  </a:cubicBezTo>
                  <a:cubicBezTo>
                    <a:pt x="13754" y="857885"/>
                    <a:pt x="0" y="846455"/>
                    <a:pt x="0" y="832485"/>
                  </a:cubicBezTo>
                  <a:cubicBezTo>
                    <a:pt x="0" y="818515"/>
                    <a:pt x="13754" y="807085"/>
                    <a:pt x="30564" y="807085"/>
                  </a:cubicBezTo>
                  <a:cubicBezTo>
                    <a:pt x="47374" y="807085"/>
                    <a:pt x="61127" y="818515"/>
                    <a:pt x="61127" y="832485"/>
                  </a:cubicBezTo>
                  <a:cubicBezTo>
                    <a:pt x="61127" y="1253109"/>
                    <a:pt x="798015" y="1614170"/>
                    <a:pt x="1745945" y="1614170"/>
                  </a:cubicBezTo>
                  <a:cubicBezTo>
                    <a:pt x="2693875" y="1614170"/>
                    <a:pt x="3430763" y="1253109"/>
                    <a:pt x="3430763" y="832485"/>
                  </a:cubicBezTo>
                  <a:cubicBezTo>
                    <a:pt x="3430763" y="411861"/>
                    <a:pt x="2693875" y="50800"/>
                    <a:pt x="1745945" y="50800"/>
                  </a:cubicBezTo>
                  <a:lnTo>
                    <a:pt x="1745945" y="25400"/>
                  </a:lnTo>
                  <a:lnTo>
                    <a:pt x="1745945" y="50800"/>
                  </a:lnTo>
                  <a:cubicBezTo>
                    <a:pt x="798015" y="50800"/>
                    <a:pt x="61127" y="411861"/>
                    <a:pt x="61127" y="83248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3491890" cy="1664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Tech Legend</a:t>
              </a: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4762049" y="85645"/>
            <a:ext cx="3313680" cy="1684302"/>
            <a:chOff x="0" y="0"/>
            <a:chExt cx="4418240" cy="2245736"/>
          </a:xfrm>
        </p:grpSpPr>
        <p:sp>
          <p:nvSpPr>
            <p:cNvPr name="Freeform 7" id="7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6081418" y="-650522"/>
            <a:ext cx="6252730" cy="2501092"/>
          </a:xfrm>
          <a:custGeom>
            <a:avLst/>
            <a:gdLst/>
            <a:ahLst/>
            <a:cxnLst/>
            <a:rect r="r" b="b" t="t" l="l"/>
            <a:pathLst>
              <a:path h="2501092" w="6252730">
                <a:moveTo>
                  <a:pt x="0" y="0"/>
                </a:moveTo>
                <a:lnTo>
                  <a:pt x="6252730" y="0"/>
                </a:lnTo>
                <a:lnTo>
                  <a:pt x="6252730" y="2501092"/>
                </a:lnTo>
                <a:lnTo>
                  <a:pt x="0" y="2501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33770" y="2363308"/>
            <a:ext cx="17820459" cy="7985114"/>
            <a:chOff x="0" y="0"/>
            <a:chExt cx="4693454" cy="21030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93454" cy="2103075"/>
            </a:xfrm>
            <a:custGeom>
              <a:avLst/>
              <a:gdLst/>
              <a:ahLst/>
              <a:cxnLst/>
              <a:rect r="r" b="b" t="t" l="l"/>
              <a:pathLst>
                <a:path h="2103075" w="4693454">
                  <a:moveTo>
                    <a:pt x="0" y="0"/>
                  </a:moveTo>
                  <a:lnTo>
                    <a:pt x="4693454" y="0"/>
                  </a:lnTo>
                  <a:lnTo>
                    <a:pt x="4693454" y="2103075"/>
                  </a:lnTo>
                  <a:lnTo>
                    <a:pt x="0" y="2103075"/>
                  </a:ln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693454" cy="214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 flipH="true" flipV="true">
            <a:off x="9231596" y="2862897"/>
            <a:ext cx="0" cy="6863092"/>
          </a:xfrm>
          <a:prstGeom prst="line">
            <a:avLst/>
          </a:prstGeom>
          <a:ln cap="flat" w="47625">
            <a:solidFill>
              <a:srgbClr val="FDFDF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960963" y="3347136"/>
            <a:ext cx="4698177" cy="1550398"/>
            <a:chOff x="0" y="0"/>
            <a:chExt cx="6264235" cy="2067198"/>
          </a:xfrm>
        </p:grpSpPr>
        <p:sp>
          <p:nvSpPr>
            <p:cNvPr name="Freeform 14" id="14"/>
            <p:cNvSpPr/>
            <p:nvPr/>
          </p:nvSpPr>
          <p:spPr>
            <a:xfrm flipH="false" flipV="false" rot="-10800000">
              <a:off x="0" y="0"/>
              <a:ext cx="6264235" cy="2067198"/>
            </a:xfrm>
            <a:custGeom>
              <a:avLst/>
              <a:gdLst/>
              <a:ahLst/>
              <a:cxnLst/>
              <a:rect r="r" b="b" t="t" l="l"/>
              <a:pathLst>
                <a:path h="2067198" w="6264235">
                  <a:moveTo>
                    <a:pt x="0" y="0"/>
                  </a:moveTo>
                  <a:lnTo>
                    <a:pt x="6264235" y="0"/>
                  </a:lnTo>
                  <a:lnTo>
                    <a:pt x="6264235" y="2067198"/>
                  </a:lnTo>
                  <a:lnTo>
                    <a:pt x="0" y="2067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5" id="15"/>
            <p:cNvGrpSpPr/>
            <p:nvPr/>
          </p:nvGrpSpPr>
          <p:grpSpPr>
            <a:xfrm rot="0">
              <a:off x="288825" y="273965"/>
              <a:ext cx="1767875" cy="1519267"/>
              <a:chOff x="0" y="0"/>
              <a:chExt cx="812800" cy="6985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8128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14300" y="-47625"/>
                <a:ext cx="5842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681193" y="534773"/>
              <a:ext cx="983140" cy="997651"/>
            </a:xfrm>
            <a:custGeom>
              <a:avLst/>
              <a:gdLst/>
              <a:ahLst/>
              <a:cxnLst/>
              <a:rect r="r" b="b" t="t" l="l"/>
              <a:pathLst>
                <a:path h="997651" w="983140">
                  <a:moveTo>
                    <a:pt x="0" y="0"/>
                  </a:moveTo>
                  <a:lnTo>
                    <a:pt x="983139" y="0"/>
                  </a:lnTo>
                  <a:lnTo>
                    <a:pt x="983139" y="997651"/>
                  </a:lnTo>
                  <a:lnTo>
                    <a:pt x="0" y="997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2323233" y="414459"/>
              <a:ext cx="3568771" cy="1302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61"/>
                </a:lnSpc>
              </a:pPr>
              <a:r>
                <a:rPr lang="en-US" sz="2829" b="true">
                  <a:solidFill>
                    <a:srgbClr val="FFFFFF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70% increased</a:t>
              </a:r>
            </a:p>
            <a:p>
              <a:pPr algn="l">
                <a:lnSpc>
                  <a:spcPts val="3961"/>
                </a:lnSpc>
              </a:pPr>
              <a:r>
                <a:rPr lang="en-US" sz="2829" b="true">
                  <a:solidFill>
                    <a:srgbClr val="FFFFFF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 Engagement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590707" y="5038630"/>
            <a:ext cx="4981422" cy="1643869"/>
          </a:xfrm>
          <a:custGeom>
            <a:avLst/>
            <a:gdLst/>
            <a:ahLst/>
            <a:cxnLst/>
            <a:rect r="r" b="b" t="t" l="l"/>
            <a:pathLst>
              <a:path h="1643869" w="4981422">
                <a:moveTo>
                  <a:pt x="0" y="0"/>
                </a:moveTo>
                <a:lnTo>
                  <a:pt x="4981422" y="0"/>
                </a:lnTo>
                <a:lnTo>
                  <a:pt x="4981422" y="1643869"/>
                </a:lnTo>
                <a:lnTo>
                  <a:pt x="0" y="16438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-10800000">
            <a:off x="6936608" y="5256492"/>
            <a:ext cx="1405843" cy="1208146"/>
            <a:chOff x="0" y="0"/>
            <a:chExt cx="812800" cy="698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-10800000">
            <a:off x="677718" y="6730124"/>
            <a:ext cx="4981422" cy="1643869"/>
          </a:xfrm>
          <a:custGeom>
            <a:avLst/>
            <a:gdLst/>
            <a:ahLst/>
            <a:cxnLst/>
            <a:rect r="r" b="b" t="t" l="l"/>
            <a:pathLst>
              <a:path h="1643869" w="4981422">
                <a:moveTo>
                  <a:pt x="0" y="0"/>
                </a:moveTo>
                <a:lnTo>
                  <a:pt x="4981422" y="0"/>
                </a:lnTo>
                <a:lnTo>
                  <a:pt x="4981422" y="1643869"/>
                </a:lnTo>
                <a:lnTo>
                  <a:pt x="0" y="16438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907396" y="6947986"/>
            <a:ext cx="1405843" cy="1208146"/>
            <a:chOff x="0" y="0"/>
            <a:chExt cx="812800" cy="698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7234781" y="5466119"/>
            <a:ext cx="809497" cy="788892"/>
          </a:xfrm>
          <a:custGeom>
            <a:avLst/>
            <a:gdLst/>
            <a:ahLst/>
            <a:cxnLst/>
            <a:rect r="r" b="b" t="t" l="l"/>
            <a:pathLst>
              <a:path h="788892" w="809497">
                <a:moveTo>
                  <a:pt x="0" y="0"/>
                </a:moveTo>
                <a:lnTo>
                  <a:pt x="809497" y="0"/>
                </a:lnTo>
                <a:lnTo>
                  <a:pt x="809497" y="788891"/>
                </a:lnTo>
                <a:lnTo>
                  <a:pt x="0" y="7888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590707" y="8421618"/>
            <a:ext cx="4981422" cy="1643869"/>
          </a:xfrm>
          <a:custGeom>
            <a:avLst/>
            <a:gdLst/>
            <a:ahLst/>
            <a:cxnLst/>
            <a:rect r="r" b="b" t="t" l="l"/>
            <a:pathLst>
              <a:path h="1643869" w="4981422">
                <a:moveTo>
                  <a:pt x="0" y="0"/>
                </a:moveTo>
                <a:lnTo>
                  <a:pt x="4981422" y="0"/>
                </a:lnTo>
                <a:lnTo>
                  <a:pt x="4981422" y="1643870"/>
                </a:lnTo>
                <a:lnTo>
                  <a:pt x="0" y="16438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-10800000">
            <a:off x="6936608" y="8639480"/>
            <a:ext cx="1405843" cy="1208146"/>
            <a:chOff x="0" y="0"/>
            <a:chExt cx="812800" cy="698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222333" y="7191843"/>
            <a:ext cx="775969" cy="714862"/>
          </a:xfrm>
          <a:custGeom>
            <a:avLst/>
            <a:gdLst/>
            <a:ahLst/>
            <a:cxnLst/>
            <a:rect r="r" b="b" t="t" l="l"/>
            <a:pathLst>
              <a:path h="714862" w="775969">
                <a:moveTo>
                  <a:pt x="0" y="0"/>
                </a:moveTo>
                <a:lnTo>
                  <a:pt x="775970" y="0"/>
                </a:lnTo>
                <a:lnTo>
                  <a:pt x="775970" y="714862"/>
                </a:lnTo>
                <a:lnTo>
                  <a:pt x="0" y="7148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-10800000">
            <a:off x="9780627" y="3394761"/>
            <a:ext cx="4981422" cy="1643869"/>
          </a:xfrm>
          <a:custGeom>
            <a:avLst/>
            <a:gdLst/>
            <a:ahLst/>
            <a:cxnLst/>
            <a:rect r="r" b="b" t="t" l="l"/>
            <a:pathLst>
              <a:path h="1643869" w="4981422">
                <a:moveTo>
                  <a:pt x="0" y="0"/>
                </a:moveTo>
                <a:lnTo>
                  <a:pt x="4981422" y="0"/>
                </a:lnTo>
                <a:lnTo>
                  <a:pt x="4981422" y="1643869"/>
                </a:lnTo>
                <a:lnTo>
                  <a:pt x="0" y="16438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9980387" y="3564997"/>
            <a:ext cx="1405843" cy="1208146"/>
            <a:chOff x="0" y="0"/>
            <a:chExt cx="812800" cy="6985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2817768" y="5038630"/>
            <a:ext cx="4981422" cy="1643869"/>
          </a:xfrm>
          <a:custGeom>
            <a:avLst/>
            <a:gdLst/>
            <a:ahLst/>
            <a:cxnLst/>
            <a:rect r="r" b="b" t="t" l="l"/>
            <a:pathLst>
              <a:path h="1643869" w="4981422">
                <a:moveTo>
                  <a:pt x="0" y="0"/>
                </a:moveTo>
                <a:lnTo>
                  <a:pt x="4981422" y="0"/>
                </a:lnTo>
                <a:lnTo>
                  <a:pt x="4981422" y="1643869"/>
                </a:lnTo>
                <a:lnTo>
                  <a:pt x="0" y="16438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-10800000">
            <a:off x="16163668" y="5256492"/>
            <a:ext cx="1405843" cy="1208146"/>
            <a:chOff x="0" y="0"/>
            <a:chExt cx="812800" cy="6985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-10800000">
            <a:off x="9904779" y="6730124"/>
            <a:ext cx="4981422" cy="1643869"/>
          </a:xfrm>
          <a:custGeom>
            <a:avLst/>
            <a:gdLst/>
            <a:ahLst/>
            <a:cxnLst/>
            <a:rect r="r" b="b" t="t" l="l"/>
            <a:pathLst>
              <a:path h="1643869" w="4981422">
                <a:moveTo>
                  <a:pt x="0" y="0"/>
                </a:moveTo>
                <a:lnTo>
                  <a:pt x="4981421" y="0"/>
                </a:lnTo>
                <a:lnTo>
                  <a:pt x="4981421" y="1643869"/>
                </a:lnTo>
                <a:lnTo>
                  <a:pt x="0" y="16438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10134457" y="6947986"/>
            <a:ext cx="1405843" cy="1208146"/>
            <a:chOff x="0" y="0"/>
            <a:chExt cx="812800" cy="6985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12817768" y="8421618"/>
            <a:ext cx="4981422" cy="1643869"/>
          </a:xfrm>
          <a:custGeom>
            <a:avLst/>
            <a:gdLst/>
            <a:ahLst/>
            <a:cxnLst/>
            <a:rect r="r" b="b" t="t" l="l"/>
            <a:pathLst>
              <a:path h="1643869" w="4981422">
                <a:moveTo>
                  <a:pt x="0" y="0"/>
                </a:moveTo>
                <a:lnTo>
                  <a:pt x="4981422" y="0"/>
                </a:lnTo>
                <a:lnTo>
                  <a:pt x="4981422" y="1643870"/>
                </a:lnTo>
                <a:lnTo>
                  <a:pt x="0" y="16438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-10800000">
            <a:off x="16163668" y="8639480"/>
            <a:ext cx="1405843" cy="1208146"/>
            <a:chOff x="0" y="0"/>
            <a:chExt cx="812800" cy="6985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10134457" y="3549604"/>
            <a:ext cx="1020353" cy="1223540"/>
          </a:xfrm>
          <a:custGeom>
            <a:avLst/>
            <a:gdLst/>
            <a:ahLst/>
            <a:cxnLst/>
            <a:rect r="r" b="b" t="t" l="l"/>
            <a:pathLst>
              <a:path h="1223540" w="1020353">
                <a:moveTo>
                  <a:pt x="0" y="0"/>
                </a:moveTo>
                <a:lnTo>
                  <a:pt x="1020353" y="0"/>
                </a:lnTo>
                <a:lnTo>
                  <a:pt x="1020353" y="1223540"/>
                </a:lnTo>
                <a:lnTo>
                  <a:pt x="0" y="122354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6258879" y="5514328"/>
            <a:ext cx="1215421" cy="692474"/>
          </a:xfrm>
          <a:custGeom>
            <a:avLst/>
            <a:gdLst/>
            <a:ahLst/>
            <a:cxnLst/>
            <a:rect r="r" b="b" t="t" l="l"/>
            <a:pathLst>
              <a:path h="692474" w="1215421">
                <a:moveTo>
                  <a:pt x="0" y="0"/>
                </a:moveTo>
                <a:lnTo>
                  <a:pt x="1215421" y="0"/>
                </a:lnTo>
                <a:lnTo>
                  <a:pt x="1215421" y="692474"/>
                </a:lnTo>
                <a:lnTo>
                  <a:pt x="0" y="69247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0331290" y="7053974"/>
            <a:ext cx="1012176" cy="1010910"/>
          </a:xfrm>
          <a:custGeom>
            <a:avLst/>
            <a:gdLst/>
            <a:ahLst/>
            <a:cxnLst/>
            <a:rect r="r" b="b" t="t" l="l"/>
            <a:pathLst>
              <a:path h="1010910" w="1012176">
                <a:moveTo>
                  <a:pt x="0" y="0"/>
                </a:moveTo>
                <a:lnTo>
                  <a:pt x="1012176" y="0"/>
                </a:lnTo>
                <a:lnTo>
                  <a:pt x="1012176" y="1010911"/>
                </a:lnTo>
                <a:lnTo>
                  <a:pt x="0" y="10109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7190339" y="8798855"/>
            <a:ext cx="898380" cy="889396"/>
          </a:xfrm>
          <a:custGeom>
            <a:avLst/>
            <a:gdLst/>
            <a:ahLst/>
            <a:cxnLst/>
            <a:rect r="r" b="b" t="t" l="l"/>
            <a:pathLst>
              <a:path h="889396" w="898380">
                <a:moveTo>
                  <a:pt x="0" y="0"/>
                </a:moveTo>
                <a:lnTo>
                  <a:pt x="898380" y="0"/>
                </a:lnTo>
                <a:lnTo>
                  <a:pt x="898380" y="889396"/>
                </a:lnTo>
                <a:lnTo>
                  <a:pt x="0" y="88939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6455541" y="8793089"/>
            <a:ext cx="822097" cy="900928"/>
          </a:xfrm>
          <a:custGeom>
            <a:avLst/>
            <a:gdLst/>
            <a:ahLst/>
            <a:cxnLst/>
            <a:rect r="r" b="b" t="t" l="l"/>
            <a:pathLst>
              <a:path h="900928" w="822097">
                <a:moveTo>
                  <a:pt x="0" y="0"/>
                </a:moveTo>
                <a:lnTo>
                  <a:pt x="822097" y="0"/>
                </a:lnTo>
                <a:lnTo>
                  <a:pt x="822097" y="900928"/>
                </a:lnTo>
                <a:lnTo>
                  <a:pt x="0" y="90092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2498134" y="6977774"/>
            <a:ext cx="2837945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Verifiable Student Skills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091394" y="1420674"/>
            <a:ext cx="12112526" cy="764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Cr</a:t>
            </a:r>
            <a:r>
              <a:rPr lang="en-US" b="true" sz="4399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eating Measurable Impact and National Benefits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086097" y="5289065"/>
            <a:ext cx="2837945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Actionable Campus Insights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429190" y="3600355"/>
            <a:ext cx="3133949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Supports National Education Policy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725195" y="6977774"/>
            <a:ext cx="2837945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Builds Future Green Leaders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313158" y="5289065"/>
            <a:ext cx="2837945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Advances Mission Life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173806" y="2324532"/>
            <a:ext cx="2324546" cy="788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39"/>
              </a:lnSpc>
              <a:spcBef>
                <a:spcPct val="0"/>
              </a:spcBef>
            </a:pPr>
            <a:r>
              <a:rPr lang="en-US" b="true" sz="4599" strike="noStrike" u="non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Impacts :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397741" y="2324532"/>
            <a:ext cx="2330797" cy="788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Benefit</a:t>
            </a:r>
            <a:r>
              <a:rPr lang="en-US" b="true" sz="4599" strike="noStrike" u="non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s :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086097" y="8686800"/>
            <a:ext cx="2837945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Verified Real-World Action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144167" y="8659189"/>
            <a:ext cx="2837945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Fosters a "Green" Mindset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5270" y="223838"/>
            <a:ext cx="2618918" cy="1248727"/>
            <a:chOff x="0" y="0"/>
            <a:chExt cx="3491890" cy="1664970"/>
          </a:xfrm>
        </p:grpSpPr>
        <p:sp>
          <p:nvSpPr>
            <p:cNvPr name="Freeform 3" id="3" descr="Your startup LOGO"/>
            <p:cNvSpPr/>
            <p:nvPr/>
          </p:nvSpPr>
          <p:spPr>
            <a:xfrm flipH="false" flipV="false" rot="0">
              <a:off x="30564" y="25400"/>
              <a:ext cx="3430763" cy="1614170"/>
            </a:xfrm>
            <a:custGeom>
              <a:avLst/>
              <a:gdLst/>
              <a:ahLst/>
              <a:cxnLst/>
              <a:rect r="r" b="b" t="t" l="l"/>
              <a:pathLst>
                <a:path h="1614170" w="3430763">
                  <a:moveTo>
                    <a:pt x="0" y="807085"/>
                  </a:moveTo>
                  <a:cubicBezTo>
                    <a:pt x="0" y="361315"/>
                    <a:pt x="768063" y="0"/>
                    <a:pt x="1715381" y="0"/>
                  </a:cubicBezTo>
                  <a:cubicBezTo>
                    <a:pt x="2662700" y="0"/>
                    <a:pt x="3430763" y="361315"/>
                    <a:pt x="3430763" y="807085"/>
                  </a:cubicBezTo>
                  <a:cubicBezTo>
                    <a:pt x="3430763" y="1252855"/>
                    <a:pt x="2662700" y="1614170"/>
                    <a:pt x="1715381" y="1614170"/>
                  </a:cubicBezTo>
                  <a:cubicBezTo>
                    <a:pt x="768062" y="1614170"/>
                    <a:pt x="0" y="1252855"/>
                    <a:pt x="0" y="8070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 descr="Your startup LOGO"/>
            <p:cNvSpPr/>
            <p:nvPr/>
          </p:nvSpPr>
          <p:spPr>
            <a:xfrm flipH="false" flipV="false" rot="0">
              <a:off x="0" y="0"/>
              <a:ext cx="3491890" cy="1664970"/>
            </a:xfrm>
            <a:custGeom>
              <a:avLst/>
              <a:gdLst/>
              <a:ahLst/>
              <a:cxnLst/>
              <a:rect r="r" b="b" t="t" l="l"/>
              <a:pathLst>
                <a:path h="1664970" w="3491890">
                  <a:moveTo>
                    <a:pt x="0" y="832485"/>
                  </a:moveTo>
                  <a:cubicBezTo>
                    <a:pt x="0" y="361696"/>
                    <a:pt x="799238" y="0"/>
                    <a:pt x="1745945" y="0"/>
                  </a:cubicBezTo>
                  <a:cubicBezTo>
                    <a:pt x="2692652" y="0"/>
                    <a:pt x="3491890" y="361696"/>
                    <a:pt x="3491890" y="832485"/>
                  </a:cubicBezTo>
                  <a:lnTo>
                    <a:pt x="3461327" y="832485"/>
                  </a:lnTo>
                  <a:lnTo>
                    <a:pt x="3491890" y="832485"/>
                  </a:lnTo>
                  <a:cubicBezTo>
                    <a:pt x="3491890" y="1303274"/>
                    <a:pt x="2692652" y="1664970"/>
                    <a:pt x="1745945" y="1664970"/>
                  </a:cubicBezTo>
                  <a:lnTo>
                    <a:pt x="1745945" y="1639570"/>
                  </a:lnTo>
                  <a:lnTo>
                    <a:pt x="1745945" y="1664970"/>
                  </a:lnTo>
                  <a:cubicBezTo>
                    <a:pt x="799238" y="1664970"/>
                    <a:pt x="0" y="1303274"/>
                    <a:pt x="0" y="832485"/>
                  </a:cubicBezTo>
                  <a:lnTo>
                    <a:pt x="30564" y="832485"/>
                  </a:lnTo>
                  <a:lnTo>
                    <a:pt x="61127" y="832485"/>
                  </a:lnTo>
                  <a:lnTo>
                    <a:pt x="30564" y="832485"/>
                  </a:lnTo>
                  <a:lnTo>
                    <a:pt x="0" y="832485"/>
                  </a:lnTo>
                  <a:moveTo>
                    <a:pt x="61127" y="832485"/>
                  </a:moveTo>
                  <a:cubicBezTo>
                    <a:pt x="61127" y="846455"/>
                    <a:pt x="47374" y="857885"/>
                    <a:pt x="30564" y="857885"/>
                  </a:cubicBezTo>
                  <a:cubicBezTo>
                    <a:pt x="13754" y="857885"/>
                    <a:pt x="0" y="846455"/>
                    <a:pt x="0" y="832485"/>
                  </a:cubicBezTo>
                  <a:cubicBezTo>
                    <a:pt x="0" y="818515"/>
                    <a:pt x="13754" y="807085"/>
                    <a:pt x="30564" y="807085"/>
                  </a:cubicBezTo>
                  <a:cubicBezTo>
                    <a:pt x="47374" y="807085"/>
                    <a:pt x="61127" y="818515"/>
                    <a:pt x="61127" y="832485"/>
                  </a:cubicBezTo>
                  <a:cubicBezTo>
                    <a:pt x="61127" y="1253109"/>
                    <a:pt x="798015" y="1614170"/>
                    <a:pt x="1745945" y="1614170"/>
                  </a:cubicBezTo>
                  <a:cubicBezTo>
                    <a:pt x="2693875" y="1614170"/>
                    <a:pt x="3430763" y="1253109"/>
                    <a:pt x="3430763" y="832485"/>
                  </a:cubicBezTo>
                  <a:cubicBezTo>
                    <a:pt x="3430763" y="411861"/>
                    <a:pt x="2693875" y="50800"/>
                    <a:pt x="1745945" y="50800"/>
                  </a:cubicBezTo>
                  <a:lnTo>
                    <a:pt x="1745945" y="25400"/>
                  </a:lnTo>
                  <a:lnTo>
                    <a:pt x="1745945" y="50800"/>
                  </a:lnTo>
                  <a:cubicBezTo>
                    <a:pt x="798015" y="50800"/>
                    <a:pt x="61127" y="411861"/>
                    <a:pt x="61127" y="83248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3491890" cy="1664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Tech Legend</a:t>
              </a: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4762049" y="85645"/>
            <a:ext cx="3313680" cy="1684302"/>
            <a:chOff x="0" y="0"/>
            <a:chExt cx="4418240" cy="2245736"/>
          </a:xfrm>
        </p:grpSpPr>
        <p:sp>
          <p:nvSpPr>
            <p:cNvPr name="Freeform 7" id="7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6081418" y="-650522"/>
            <a:ext cx="6252730" cy="2501092"/>
          </a:xfrm>
          <a:custGeom>
            <a:avLst/>
            <a:gdLst/>
            <a:ahLst/>
            <a:cxnLst/>
            <a:rect r="r" b="b" t="t" l="l"/>
            <a:pathLst>
              <a:path h="2501092" w="6252730">
                <a:moveTo>
                  <a:pt x="0" y="0"/>
                </a:moveTo>
                <a:lnTo>
                  <a:pt x="6252730" y="0"/>
                </a:lnTo>
                <a:lnTo>
                  <a:pt x="6252730" y="2501092"/>
                </a:lnTo>
                <a:lnTo>
                  <a:pt x="0" y="2501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21366" y="2301886"/>
            <a:ext cx="17820459" cy="7985114"/>
            <a:chOff x="0" y="0"/>
            <a:chExt cx="4693454" cy="21030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93454" cy="2103075"/>
            </a:xfrm>
            <a:custGeom>
              <a:avLst/>
              <a:gdLst/>
              <a:ahLst/>
              <a:cxnLst/>
              <a:rect r="r" b="b" t="t" l="l"/>
              <a:pathLst>
                <a:path h="2103075" w="4693454">
                  <a:moveTo>
                    <a:pt x="0" y="0"/>
                  </a:moveTo>
                  <a:lnTo>
                    <a:pt x="4693454" y="0"/>
                  </a:lnTo>
                  <a:lnTo>
                    <a:pt x="4693454" y="2103075"/>
                  </a:lnTo>
                  <a:lnTo>
                    <a:pt x="0" y="2103075"/>
                  </a:ln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693454" cy="214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28700" y="3209461"/>
            <a:ext cx="16230600" cy="4950333"/>
          </a:xfrm>
          <a:custGeom>
            <a:avLst/>
            <a:gdLst/>
            <a:ahLst/>
            <a:cxnLst/>
            <a:rect r="r" b="b" t="t" l="l"/>
            <a:pathLst>
              <a:path h="4950333" w="16230600">
                <a:moveTo>
                  <a:pt x="0" y="0"/>
                </a:moveTo>
                <a:lnTo>
                  <a:pt x="16230600" y="0"/>
                </a:lnTo>
                <a:lnTo>
                  <a:pt x="16230600" y="4950333"/>
                </a:lnTo>
                <a:lnTo>
                  <a:pt x="0" y="49503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2558163"/>
            <a:ext cx="633569" cy="609810"/>
          </a:xfrm>
          <a:custGeom>
            <a:avLst/>
            <a:gdLst/>
            <a:ahLst/>
            <a:cxnLst/>
            <a:rect r="r" b="b" t="t" l="l"/>
            <a:pathLst>
              <a:path h="609810" w="633569">
                <a:moveTo>
                  <a:pt x="0" y="0"/>
                </a:moveTo>
                <a:lnTo>
                  <a:pt x="633569" y="0"/>
                </a:lnTo>
                <a:lnTo>
                  <a:pt x="633569" y="609810"/>
                </a:lnTo>
                <a:lnTo>
                  <a:pt x="0" y="6098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8700" y="8535402"/>
            <a:ext cx="811691" cy="629061"/>
          </a:xfrm>
          <a:custGeom>
            <a:avLst/>
            <a:gdLst/>
            <a:ahLst/>
            <a:cxnLst/>
            <a:rect r="r" b="b" t="t" l="l"/>
            <a:pathLst>
              <a:path h="629061" w="811691">
                <a:moveTo>
                  <a:pt x="0" y="0"/>
                </a:moveTo>
                <a:lnTo>
                  <a:pt x="811691" y="0"/>
                </a:lnTo>
                <a:lnTo>
                  <a:pt x="811691" y="629061"/>
                </a:lnTo>
                <a:lnTo>
                  <a:pt x="0" y="6290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844565" y="1420674"/>
            <a:ext cx="6606183" cy="764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O</a:t>
            </a:r>
            <a:r>
              <a:rPr lang="en-US" b="true" sz="4399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ur Competitive Advantage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40391" y="2421424"/>
            <a:ext cx="2568029" cy="788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39"/>
              </a:lnSpc>
              <a:spcBef>
                <a:spcPct val="0"/>
              </a:spcBef>
            </a:pPr>
            <a:r>
              <a:rPr lang="en-US" b="true" sz="4599" strike="noStrike" u="non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Research 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21802" y="8408289"/>
            <a:ext cx="3018234" cy="788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39"/>
              </a:lnSpc>
              <a:spcBef>
                <a:spcPct val="0"/>
              </a:spcBef>
            </a:pPr>
            <a:r>
              <a:rPr lang="en-US" b="true" sz="4599" strike="noStrike" u="non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References 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DAG0LP614gw</dc:identifier>
  <dcterms:modified xsi:type="dcterms:W3CDTF">2011-08-01T06:04:30Z</dcterms:modified>
  <cp:revision>1</cp:revision>
  <dc:title>Legend[1].pptx</dc:title>
</cp:coreProperties>
</file>