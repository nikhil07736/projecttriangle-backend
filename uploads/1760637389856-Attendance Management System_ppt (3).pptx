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09360"/>
            <a:ext cx="12192000" cy="685800"/>
          </a:xfrm>
          <a:prstGeom prst="rect">
            <a:avLst/>
          </a:prstGeom>
          <a:solidFill>
            <a:srgbClr val="0072C6"/>
          </a:solidFill>
          <a:ln/>
        </p:spPr>
      </p:sp>
      <p:sp>
        <p:nvSpPr>
          <p:cNvPr id="3" name="Text 1"/>
          <p:cNvSpPr/>
          <p:nvPr/>
        </p:nvSpPr>
        <p:spPr>
          <a:xfrm>
            <a:off x="457200" y="6377940"/>
            <a:ext cx="10972800" cy="0"/>
          </a:xfrm>
          <a:prstGeom prst="rect">
            <a:avLst/>
          </a:prstGeom>
          <a:noFill/>
          <a:ln/>
        </p:spPr>
        <p:txBody>
          <a:bodyPr wrap="square" rtlCol="0" anchor="ctr"/>
          <a:lstStyle/>
          <a:p>
            <a:pPr algn="r" indent="0" marL="0">
              <a:buNone/>
            </a:pPr>
            <a:r>
              <a:rPr lang="en-US" sz="1000" dirty="0">
                <a:solidFill>
                  <a:srgbClr val="FFFFFF"/>
                </a:solidFill>
              </a:rPr>
              <a:t>Project Triangle ©</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standalone="yes"?>
<p:sld xmlns:a="http://schemas.openxmlformats.org/drawingml/2006/main" xmlns:r="http://schemas.openxmlformats.org/officeDocument/2006/relationships" xmlns:p="http://schemas.openxmlformats.org/presentationml/2006/main"><p:cSld name="Slide 1"><p:spTree><p:nvGrpSpPr><p:cNvPr id="1" name=""/><p:cNvGrpSpPr/><p:nvPr/></p:nvGrpSpPr><p:grpSpPr><a:xfrm><a:off x="0" y="0"/><a:ext cx="0" cy="0"/><a:chOff x="0" y="0"/><a:chExt cx="0" cy="0"/></a:xfrm></p:grpSpPr><p:sp><p:nvSpPr><p:cNvPr id="2" name="Text 0"></p:cNvPr><p:cNvSpPr/><p:nvPr></p:nvPr></p:nvSpPr><p:spPr><a:xfrm><a:off x="457200" y="228600"/><a:ext cx="10972800" cy="914400"/></a:xfrm><a:prstGeom prst="rect"><a:avLst></a:avLst></a:prstGeom><a:noFill/><a:ln></a:ln></p:spPr><p:txBody><a:bodyPr wrap="square" rtlCol="0" anchor="ctr"></a:bodyPr><a:lstStyle/><a:p><a:pPr indent="0" marL="0"><a:buNone/></a:pPr><a:r><a:rPr lang="en-US" sz="3200" b="1" dirty="0"><a:solidFill><a:srgbClr val="0072C6"/></a:solidFill></a:rPr><a:t>PK</a:t></a:r><a:endParaRPr lang="en-US" sz="3200" dirty="0"/></a:p></p:txBody></p:sp><p:sp><p:nvSpPr><p:cNvPr id="3" name="Text 1"></p:cNvPr><p:cNvSpPr/><p:nvPr></p:nvPr></p:nvSpPr><p:spPr><a:xfrm><a:off x="457200" y="1371600"/><a:ext cx="10972800" cy="5143500"/></a:xfrm><a:prstGeom prst="rect"><a:avLst></a:avLst></a:prstGeom><a:noFill/><a:ln></a:ln></p:spPr><p:txBody><a:bodyPr wrap="square" rtlCol="0" anchor="ctr"></a:bodyPr><a:lstStyle/><a:p><a:pPr marL="342900" indent="-342900"><a:spcAft><a:spcPts val="1000"/></a:spcAft><a:buSzPct val="100000"/><a:buChar char="&#x2022;"/></a:pPr><a:r><a:rPr lang="en-US" sz="2000" dirty="0"><a:solidFill><a:srgbClr val="000000"/></a:solidFill></a:rPr><a:t>�yP_rels/PK</a:t></a:r><a:endParaRPr lang="en-US" sz="2000" dirty="0"/></a:p><a:p><a:pPr marL="342900" indent="-342900"><a:spcAft><a:spcPts val="1000"/></a:spcAft><a:buSzPct val="100000"/><a:buChar char="&#x2022;"/></a:pPr><a:r><a:rPr lang="en-US" sz="2000" dirty="0"><a:solidFill><a:srgbClr val="000000"/></a:solidFill></a:rPr><a:t>�yP	docProps/PK</a:t></a:r><a:endParaRPr lang="en-US" sz="2000" dirty="0"/></a:p><a:p><a:pPr marL="342900" indent="-342900"><a:spcAft><a:spcPts val="1000"/></a:spcAft><a:buSzPct val="100000"/><a:buChar char="&#x2022;"/></a:pPr><a:r><a:rPr lang="en-US" sz="2000" dirty="0"><a:solidFill><a:srgbClr val="000000"/></a:solidFill></a:rPr><a:t>�yPppt/PK</a:t></a:r><a:endParaRPr lang="en-US" sz="2000" dirty="0"/></a:p><a:p><a:pPr marL="342900" indent="-342900"><a:spcAft><a:spcPts val="1000"/></a:spcAft><a:buSzPct val="100000"/><a:buChar char="&#x2022;"/></a:pPr><a:r><a:rPr lang="en-US" sz="2000" dirty="0"><a:solidFill><a:srgbClr val="000000"/></a:solidFill></a:rPr><a:t>�yP</a:t></a:r><a:endParaRPr lang="en-US" sz="2000" dirty="0"/></a:p><a:p><a:pPr marL="342900" indent="-342900"><a:spcAft><a:spcPts val="1000"/></a:spcAft><a:buSzPct val="100000"/><a:buChar char="&#x2022;"/></a:pPr><a:r><a:rPr lang="en-US" sz="2000" dirty="0"><a:solidFill><a:srgbClr val="000000"/></a:solidFill></a:rPr><a:t>ppt/_rels/PK</a:t></a:r><a:endParaRPr lang="en-US" sz="2000" dirty="0"/></a:p><a:p><a:pPr marL="342900" indent="-342900"><a:spcAft><a:spcPts val="1000"/></a:spcAft><a:buSzPct val="100000"/><a:buChar char="&#x2022;"/></a:pPr><a:r><a:rPr lang="en-US" sz="2000" dirty="0"><a:solidFill><a:srgbClr val="000000"/></a:solidFill></a:rPr><a:t>�yPppt/charts/PK</a:t></a:r><a:endParaRPr lang="en-US" sz="2000" dirty="0"/></a:p><a:p><a:pPr marL="342900" indent="-342900"><a:spcAft><a:spcPts val="1000"/></a:spcAft><a:buSzPct val="100000"/><a:buChar char="&#x2022;"/></a:pPr><a:r><a:rPr lang="en-US" sz="2000" dirty="0"><a:solidFill><a:srgbClr val="000000"/></a:solidFill></a:rPr><a:t>�yPppt/charts/_rels/PK</a:t></a:r><a:endParaRPr lang="en-US" sz="2000" dirty="0"/></a:p><a:p><a:pPr marL="342900" indent="-342900"><a:spcAft><a:spcPts val="1000"/></a:spcAft><a:buSzPct val="100000"/><a:buChar char="&#x2022;"/></a:pPr><a:r><a:rPr lang="en-US" sz="2000" dirty="0"><a:solidFill><a:srgbClr val="000000"/></a:solidFill></a:rPr><a:t>�yPppt/embeddings/PK</a:t></a:r><a:endParaRPr lang="en-US" sz="2000" dirty="0"/></a:p><a:p><a:pPr marL="342900" indent="-342900"><a:spcAft><a:spcPts val="1000"/></a:spcAft><a:buSzPct val="100000"/><a:buChar char="&#x2022;"/></a:pPr><a:r><a:rPr lang="en-US" sz="2000" dirty="0"><a:solidFill><a:srgbClr val="000000"/></a:solidFill></a:rPr><a:t>�yP</a:t></a:r><a:endParaRPr lang="en-US" sz="2000" dirty="0"/></a:p><a:p><a:pPr marL="342900" indent="-342900"><a:spcAft><a:spcPts val="1000"/></a:spcAft><a:buSzPct val="100000"/><a:buChar char="&#x2022;"/></a:pPr><a:r><a:rPr lang="en-US" sz="2000" dirty="0"><a:solidFill><a:srgbClr val="000000"/></a:solidFill></a:rPr><a:t>ppt/media/PK</a:t></a:r><a:endParaRPr lang="en-US" sz="2000" dirty="0"/></a:p><a:p><a:pPr marL="342900" indent="-342900"><a:spcAft><a:spcPts val="1000"/></a:spcAft><a:buSzPct val="100000"/><a:buChar char="&#x2022;"/></a:pPr><a:r><a:rPr lang="en-US" sz="2000" dirty="0"><a:solidFill><a:srgbClr val="000000"/></a:solidFill></a:rPr><a:t>�yPppt/slideLayouts/PK</a:t></a:r><a:endParaRPr lang="en-US" sz="2000" dirty="0"/></a:p><a:p><a:pPr marL="342900" indent="-342900"><a:spcAft><a:spcPts val="1000"/></a:spcAft><a:buSzPct val="100000"/><a:buChar char="&#x2022;"/></a:pPr><a:r><a:rPr lang="en-US" sz="2000" dirty="0"><a:solidFill><a:srgbClr val="000000"/></a:solidFill></a:rPr><a:t>�yPppt/slideLayouts/_rels/PK</a:t></a:r><a:endParaRPr lang="en-US" sz="2000" dirty="0"/></a:p><a:p><a:pPr marL="342900" indent="-342900"><a:spcAft><a:spcPts val="1000"/></a:spcAft><a:buSzPct val="100000"/><a:buChar char="&#x2022;"/></a:pPr><a:r><a:rPr lang="en-US" sz="2000" dirty="0"><a:solidFill><a:srgbClr val="000000"/></a:solidFill></a:rPr><a:t>�yPppt/slideMasters/PK</a:t></a:r><a:endParaRPr lang="en-US" sz="2000" dirty="0"/></a:p><a:p><a:pPr marL="342900" indent="-342900"><a:spcAft><a:spcPts val="1000"/></a:spcAft><a:buSzPct val="100000"/><a:buChar char="&#x2022;"/></a:pPr><a:r><a:rPr lang="en-US" sz="2000" dirty="0"><a:solidFill><a:srgbClr val="000000"/></a:solidFill></a:rPr><a:t>�yPppt/slideMasters/_rels/PK</a:t></a:r><a:endParaRPr lang="en-US" sz="2000" dirty="0"/></a:p><a:p><a:pPr marL="342900" indent="-342900"><a:spcAft><a:spcPts val="1000"/></a:spcAft><a:buSzPct val="100000"/><a:buChar char="&#x2022;"/></a:pPr><a:r><a:rPr lang="en-US" sz="2000" dirty="0"><a:solidFill><a:srgbClr val="000000"/></a:solidFill></a:rPr><a:t>�yPppt/slides/PK</a:t></a:r><a:endParaRPr lang="en-US" sz="2000" dirty="0"/></a:p><a:p><a:pPr marL="342900" indent="-342900"><a:spcAft><a:spcPts val="1000"/></a:spcAft><a:buSzPct val="100000"/><a:buChar char="&#x2022;"/></a:pPr><a:r><a:rPr lang="en-US" sz="2000" dirty="0"><a:solidFill><a:srgbClr val="000000"/></a:solidFill></a:rPr><a:t>�yPppt/slides/_rels/PK</a:t></a:r><a:endParaRPr lang="en-US" sz="2000" dirty="0"/></a:p><a:p><a:pPr marL="342900" indent="-342900"><a:spcAft><a:spcPts val="1000"/></a:spcAft><a:buSzPct val="100000"/><a:buChar char="&#x2022;"/></a:pPr><a:r><a:rPr lang="en-US" sz="2000" dirty="0"><a:solidFill><a:srgbClr val="000000"/></a:solidFill></a:rPr><a:t>�yP</a:t></a:r><a:endParaRPr lang="en-US" sz="2000" dirty="0"/></a:p><a:p><a:pPr marL="342900" indent="-342900"><a:spcAft><a:spcPts val="1000"/></a:spcAft><a:buSzPct val="100000"/><a:buChar char="&#x2022;"/></a:pPr><a:r><a:rPr lang="en-US" sz="2000" dirty="0"><a:solidFill><a:srgbClr val="000000"/></a:solidFill></a:rPr><a:t>ppt/theme/PK</a:t></a:r><a:endParaRPr lang="en-US" sz="2000" dirty="0"/></a:p><a:p><a:pPr marL="342900" indent="-342900"><a:spcAft><a:spcPts val="1000"/></a:spcAft><a:buSzPct val="100000"/><a:buChar char="&#x2022;"/></a:pPr><a:r><a:rPr lang="en-US" sz="2000" dirty="0"><a:solidFill><a:srgbClr val="000000"/></a:solidFill></a:rPr><a:t>�yPppt/notesMasters/PK</a:t></a:r><a:endParaRPr lang="en-US" sz="2000" dirty="0"/></a:p><a:p><a:pPr marL="342900" indent="-342900"><a:spcAft><a:spcPts val="1000"/></a:spcAft><a:buSzPct val="100000"/><a:buChar char="&#x2022;"/></a:pPr><a:r><a:rPr lang="en-US" sz="2000" dirty="0"><a:solidFill><a:srgbClr val="000000"/></a:solidFill></a:rPr><a:t>�yPppt/notesMasters/_rels/PK</a:t></a:r><a:endParaRPr lang="en-US" sz="2000" dirty="0"/></a:p><a:p><a:pPr marL="342900" indent="-342900"><a:spcAft><a:spcPts val="1000"/></a:spcAft><a:buSzPct val="100000"/><a:buChar char="&#x2022;"/></a:pPr><a:r><a:rPr lang="en-US" sz="2000" dirty="0"><a:solidFill><a:srgbClr val="000000"/></a:solidFill></a:rPr><a:t>�yPppt/notesSlides/PK</a:t></a:r><a:endParaRPr lang="en-US" sz="2000" dirty="0"/></a:p><a:p><a:pPr marL="342900" indent="-342900"><a:spcAft><a:spcPts val="1000"/></a:spcAft><a:buSzPct val="100000"/><a:buChar char="&#x2022;"/></a:pPr><a:r><a:rPr lang="en-US" sz="2000" dirty="0"><a:solidFill><a:srgbClr val="000000"/></a:solidFill></a:rPr><a:t>�yPppt/notesSlides/_rels/PK</a:t></a:r><a:endParaRPr lang="en-US" sz="2000" dirty="0"/></a:p><a:p><a:pPr marL="342900" indent="-342900"><a:spcAft><a:spcPts val="1000"/></a:spcAft><a:buSzPct val="100000"/><a:buChar char="&#x2022;"/></a:pPr><a:r><a:rPr lang="en-US" sz="2000" dirty="0"><a:solidFill><a:srgbClr val="000000"/></a:solidFill></a:rPr><a:t>�yP[¤�2[Content_Types].xml&lt;?xml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&lt;Types xmlns=&quot;http://schemas.openxmlformats.org/package/2006/contenttypes&quot;&gt;&lt;Default Extension=&quot;xml&quot; ContentType=&quot;application/xml&quot;/&gt;&lt;Default Extension=&quot;rels&quot; ContentType=&quot;application/vnd.openxmlformatspackage.relationships+xml&quot;/&gt;&lt;Default Extension=&quot;jpeg&quot; ContentType=&quot;image/jpeg&quot;/&gt;&lt;Default Extension=&quot;jpg&quot; ContentType=&quot;image/jpg&quot;/&gt;&lt;Default Extension=&quot;svg&quot; ContentType=&quot;image/svg+xml&quot;/&gt;&lt;Default Extension=&quot;png&quot; ContentType=&quot;image/png&quot;/&gt;&lt;Default Extension=&quot;gif&quot; ContentType=&quot;image/gif&quot;/&gt;&lt;Default Extension=&quot;m4v&quot; ContentType=&quot;video/mp4&quot;/&gt;&lt;Default Extension=&quot;mp4&quot; ContentType=&quot;video/mp4&quot;/&gt;&lt;Default Extension=&quot;vml&quot; ContentType=&quot;application/vnd.openxmlformatsofficedocument.vmlDrawing&quot;/&gt;&lt;Default Extension=&quot;xlsx&quot; ContentType=&quot;application/vnd.openxmlformatsofficedocument.spreadsheetml.sheet&quot;/&gt;&lt;Override PartName=&quot;/ppt/presentation.xml&quot; ContentType=&quot;application/vnd.openxmlformatsofficedocument.presentationml.presentation.main+xml&quot;/&gt;&lt;Override PartName=&quot;/ppt/notesMasters/notesMaster1.xml&quot; ContentType=&quot;application/vnd.openxmlformatsofficedocument.presentationml.notesMaster+xml&quot;/&gt;&lt;Override PartName=&quot;/ppt/slideMasters/slideMaster1.xml&quot; ContentType=&quot;application/vnd.openxmlformatsofficedocument.presentationml.slideMaster+xml&quot;/&gt;&lt;Override PartName=&quot;/ppt/slides/slide1.xml&quot; ContentType=&quot;application/vnd.openxmlformatsofficedocument.presentationml.slide+xml&quot;/&gt;&lt;Override PartName=&quot;/ppt/slideMasters/slideMaster2.xml&quot; ContentType=&quot;application/vnd.openxmlformatsofficedocument.presentationml.slideMaster+xml&quot;/&gt;&lt;Override PartName=&quot;/ppt/slides/slide2.xml&quot; ContentType=&quot;application/vnd.openxmlformatsofficedocument.presentationml.slide+xml&quot;/&gt;&lt;Override PartName=&quot;/ppt/slideMasters/slideMaster3.xml&quot; ContentType=&quot;application/vnd.openxmlformatsofficedocument.presentationml.slideMaster+xml&quot;/&gt;&lt;Override PartName=&quot;/ppt/slides/slide3.xml&quot; ContentType=&quot;application/vnd.openxmlformatsofficedocument.presentationml.slide+xml&quot;/&gt;&lt;Override PartName=&quot;/ppt/slideMasters/slideMaster4.xml&quot; ContentType=&quot;application/vnd.openxmlformatsofficedocument.presentationml.slideMaster+xml&quot;/&gt;&lt;Override PartName=&quot;/ppt/slides/slide4.xml&quot; ContentType=&quot;application/vnd.openxmlformatsofficedocument.presentationml.slide+xml&quot;/&gt;&lt;Override PartName=&quot;/ppt/slideMasters/slideMaster5.xml&quot; ContentType=&quot;application/vnd.openxmlformatsofficedocument.presentationml.slideMaster+xml&quot;/&gt;&lt;Override PartName=&quot;/ppt/slides/slide5.xml&quot; ContentType=&quot;application/vnd.openxmlformatsofficedocument.presentationml.slide+xml&quot;/&gt;&lt;Override PartName=&quot;/ppt/slideMasters/slideMaster6.xml&quot; ContentType=&quot;application/vnd.openxmlformatsofficedocument.presentationml.slideMaster+xml&quot;/&gt;&lt;Override PartName=&quot;/ppt/slides/slide6.xml&quot; ContentType=&quot;application/vnd.openxmlformatsofficedocument.presentationml.slide+xml&quot;/&gt;&lt;Override PartName=&quot;/ppt/slideMasters/slideMaster7.xml&quot; ContentType=&quot;application/vnd.openxmlformatsofficedocument.presentationml.slideMaster+xml&quot;/&gt;&lt;Override PartName=&quot;/ppt/slides/slide7.xml&quot; ContentType=&quot;application/vnd.openxmlformatsofficedocument.presentationml.slide+xml&quot;/&gt;&lt;Override PartName=&quot;/ppt/presProps.xml&quot; ContentType=&quot;application/vnd.openxmlformatsofficedocument.presentationml.presProps+xml&quot;/&gt;&lt;Override PartName=&quot;/ppt/viewProps.xml&quot; ContentType=&quot;application/vnd.openxmlformatsofficedocument.presentationml.viewProps+xml&quot;/&gt;&lt;Override PartName=&quot;/ppt/theme/theme1.xml&quot; ContentType=&quot;application/vnd.openxmlformatsofficedocument.theme+xml&quot;/&gt;&lt;Override PartName=&quot;/ppt/tableStyles.xml&quot; ContentType=&quot;application/vnd.openxmlformatsofficedocument.presentationml.tableStyles+xml&quot;/&gt;&lt;Override PartName=&quot;/ppt/slideLayouts/slideLayout1.xml&quot; ContentType=&quot;application/vnd.openxmlformatsofficedocument.presentationml.slideLayout+xml&quot;/&gt;&lt;Override PartName=&quot;/ppt/slideLayouts/slideLayout2.xml&quot; ContentType=&quot;application/vnd.openxmlformatsofficedocument.presentationml.slideLayout+xml&quot;/&gt;&lt;Override PartName=&quot;/ppt/notesSlides/notesSlide1.xml&quot; ContentType=&quot;application/vnd.openxmlformatsofficedocument.presentationml.notesSlide+xml&quot;/&gt;&lt;Override PartName=&quot;/ppt/notesSlides/notesSlide2.xml&quot; ContentType=&quot;application/vnd.openxmlformatsofficedocument.presentationml.notesSlide+xml&quot;/&gt;&lt;Override PartName=&quot;/ppt/notesSlides/notesSlide3.xml&quot; ContentType=&quot;application/vnd.openxmlformatsofficedocument.presentationml.notesSlide+xml&quot;/&gt;&lt;Override PartName=&quot;/ppt/notesSlides/notesSlide4.xml&quot; ContentType=&quot;application/vnd.openxmlformatsofficedocument.presentationml.notesSlide+xml&quot;/&gt;&lt;Override PartName=&quot;/ppt/notesSlides/notesSlide5.xml&quot; ContentType=&quot;application/vnd.openxmlformatsofficedocument.presentationml.notesSlide+xml&quot;/&gt;&lt;Override PartName=&quot;/ppt/notesSlides/notesSlide6.xml&quot; ContentType=&quot;application/vnd.openxmlformatsofficedocument.presentationml.notesSlide+xml&quot;/&gt;&lt;Override PartName=&quot;/ppt/notesSlides/notesSlide7.xml&quot; ContentType=&quot;application/vnd.openxmlformatsofficedocument.presentationml.notesSlide+xml&quot;/&gt; &lt;Override PartName=&quot;/docProps/core.xml&quot; ContentType=&quot;application/vnd.openxmlformatspackage.coreproperties+xml&quot;/&gt; &lt;Override PartName=&quot;/docProps/app.xml&quot; ContentType=&quot;application/vnd.openxmlformatsofficedocument.extendedproperties+xml&quot;/&gt;&lt;/Types&gt;PK</a:t></a:r><a:endParaRPr lang="en-US" sz="2000" dirty="0"/></a:p><a:p><a:pPr marL="342900" indent="-342900"><a:spcAft><a:spcPts val="1000"/></a:spcAft><a:buSzPct val="100000"/><a:buChar char="&#x2022;"/></a:pPr><a:r><a:rPr lang="en-US" sz="2000" dirty="0"><a:solidFill><a:srgbClr val="000000"/></a:solidFill></a:rPr><a:t>�yP[����]]_rels/.rels&lt;?xml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a:t></a:r><a:endParaRPr lang="en-US" sz="2000" dirty="0"/></a:p><a:p><a:pPr marL="342900" indent="-342900"><a:spcAft><a:spcPts val="1000"/></a:spcAft><a:buSzPct val="100000"/><a:buChar char="&#x2022;"/></a:pPr><a:r><a:rPr lang="en-US" sz="2000" dirty="0"><a:solidFill><a:srgbClr val="000000"/></a:solidFill></a:rPr><a:t>&lt;Relationship Id=&quot;rId1&quot; Type=&quot;http://schemas.openxmlformats.org/officeDocument/2006/relationships/extendedproperties&quot; Target=&quot;docProps/app.xml&quot;/&gt;</a:t></a:r><a:endParaRPr lang="en-US" sz="2000" dirty="0"/></a:p><a:p><a:pPr marL="342900" indent="-342900"><a:spcAft><a:spcPts val="1000"/></a:spcAft><a:buSzPct val="100000"/><a:buChar char="&#x2022;"/></a:pPr><a:r><a:rPr lang="en-US" sz="2000" dirty="0"><a:solidFill><a:srgbClr val="000000"/></a:solidFill></a:rPr><a:t>&lt;Relationship Id=&quot;rId2&quot; Type=&quot;http://schemas.openxmlformats.org/package/2006/relationships/metadata/coreproperties&quot; Target=&quot;docProps/core.xml&quot;/&gt;</a:t></a:r><a:endParaRPr lang="en-US" sz="2000" dirty="0"/></a:p><a:p><a:pPr marL="342900" indent="-342900"><a:spcAft><a:spcPts val="1000"/></a:spcAft><a:buSzPct val="100000"/><a:buChar char="&#x2022;"/></a:pPr><a:r><a:rPr lang="en-US" sz="2000" dirty="0"><a:solidFill><a:srgbClr val="000000"/></a:solidFill></a:rPr><a:t>&lt;Relationship Id=&quot;rId3&quot; Type=&quot;http://schemas.openxmlformats.org/officeDocument/2006/relationships/officeDocument&quot; Target=&quot;ppt/presentation.xml&quot;/&gt;</a:t></a:r><a:endParaRPr lang="en-US" sz="2000" dirty="0"/></a:p><a:p><a:pPr marL="342900" indent="-342900"><a:spcAft><a:spcPts val="1000"/></a:spcAft><a:buSzPct val="100000"/><a:buChar char="&#x2022;"/></a:pPr><a:r><a:rPr lang="en-US" sz="2000" dirty="0"><a:solidFill><a:srgbClr val="000000"/></a:solidFill></a:rPr><a:t>&lt;/Relationships&gt;PK</a:t></a:r><a:endParaRPr lang="en-US" sz="2000" dirty="0"/></a:p><a:p><a:pPr marL="342900" indent="-342900"><a:spcAft><a:spcPts val="1000"/></a:spcAft><a:buSzPct val="100000"/><a:buChar char="&#x2022;"/></a:pPr><a:r><a:rPr lang="en-US" sz="2000" dirty="0"><a:solidFill><a:srgbClr val="000000"/></a:solidFill></a:rPr><a:t>�yP[��Z���docProps/app.xml&lt;?xml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&lt;Properties xmlns=&quot;http://schemas.openxmlformats.org/officeDocument/2006/extendedproperties&quot; xmlns:vt=&quot;http://schemas.openxmlformats.org/officeDocument/2006/docPropsVTypes&quot;&gt;</a:t></a:r><a:endParaRPr lang="en-US" sz="2000" dirty="0"/></a:p><a:p><a:pPr marL="342900" indent="-342900"><a:spcAft><a:spcPts val="1000"/></a:spcAft><a:buSzPct val="100000"/><a:buChar char="&#x2022;"/></a:pPr><a:r><a:rPr lang="en-US" sz="2000" dirty="0"><a:solidFill><a:srgbClr val="000000"/></a:solidFill></a:rPr><a:t>&lt;TotalTime&gt;0&lt;/TotalTime&gt;</a:t></a:r><a:endParaRPr lang="en-US" sz="2000" dirty="0"/></a:p><a:p><a:pPr marL="342900" indent="-342900"><a:spcAft><a:spcPts val="1000"/></a:spcAft><a:buSzPct val="100000"/><a:buChar char="&#x2022;"/></a:pPr><a:r><a:rPr lang="en-US" sz="2000" dirty="0"><a:solidFill><a:srgbClr val="000000"/></a:solidFill></a:rPr><a:t>&lt;Words&gt;0&lt;/Words&gt;</a:t></a:r><a:endParaRPr lang="en-US" sz="2000" dirty="0"/></a:p><a:p><a:pPr marL="342900" indent="-342900"><a:spcAft><a:spcPts val="1000"/></a:spcAft><a:buSzPct val="100000"/><a:buChar char="&#x2022;"/></a:pPr><a:r><a:rPr lang="en-US" sz="2000" dirty="0"><a:solidFill><a:srgbClr val="000000"/></a:solidFill></a:rPr><a:t>&lt;Application&gt;Microsoft Office PowerPoint&lt;/Application&gt;</a:t></a:r><a:endParaRPr lang="en-US" sz="2000" dirty="0"/></a:p><a:p><a:pPr marL="342900" indent="-342900"><a:spcAft><a:spcPts val="1000"/></a:spcAft><a:buSzPct val="100000"/><a:buChar char="&#x2022;"/></a:pPr><a:r><a:rPr lang="en-US" sz="2000" dirty="0"><a:solidFill><a:srgbClr val="000000"/></a:solidFill></a:rPr><a:t>&lt;PresentationFormat&gt;Onscreen Show (16:9)&lt;/PresentationFormat&gt;</a:t></a:r><a:endParaRPr lang="en-US" sz="2000" dirty="0"/></a:p><a:p><a:pPr marL="342900" indent="-342900"><a:spcAft><a:spcPts val="1000"/></a:spcAft><a:buSzPct val="100000"/><a:buChar char="&#x2022;"/></a:pPr><a:r><a:rPr lang="en-US" sz="2000" dirty="0"><a:solidFill><a:srgbClr val="000000"/></a:solidFill></a:rPr><a:t>&lt;Paragraphs&gt;0&lt;/Paragraphs&gt;</a:t></a:r><a:endParaRPr lang="en-US" sz="2000" dirty="0"/></a:p><a:p><a:pPr marL="342900" indent="-342900"><a:spcAft><a:spcPts val="1000"/></a:spcAft><a:buSzPct val="100000"/><a:buChar char="&#x2022;"/></a:pPr><a:r><a:rPr lang="en-US" sz="2000" dirty="0"><a:solidFill><a:srgbClr val="000000"/></a:solidFill></a:rPr><a:t>&lt;Slides&gt;7&lt;/Slides&gt;</a:t></a:r><a:endParaRPr lang="en-US" sz="2000" dirty="0"/></a:p><a:p><a:pPr marL="342900" indent="-342900"><a:spcAft><a:spcPts val="1000"/></a:spcAft><a:buSzPct val="100000"/><a:buChar char="&#x2022;"/></a:pPr><a:r><a:rPr lang="en-US" sz="2000" dirty="0"><a:solidFill><a:srgbClr val="000000"/></a:solidFill></a:rPr><a:t>&lt;Notes&gt;7&lt;/Notes&gt;</a:t></a:r><a:endParaRPr lang="en-US" sz="2000" dirty="0"/></a:p><a:p><a:pPr marL="342900" indent="-342900"><a:spcAft><a:spcPts val="1000"/></a:spcAft><a:buSzPct val="100000"/><a:buChar char="&#x2022;"/></a:pPr><a:r><a:rPr lang="en-US" sz="2000" dirty="0"><a:solidFill><a:srgbClr val="000000"/></a:solidFill></a:rPr><a:t>&lt;HiddenSlides&gt;0&lt;/HiddenSlides&gt;</a:t></a:r><a:endParaRPr lang="en-US" sz="2000" dirty="0"/></a:p><a:p><a:pPr marL="342900" indent="-342900"><a:spcAft><a:spcPts val="1000"/></a:spcAft><a:buSzPct val="100000"/><a:buChar char="&#x2022;"/></a:pPr><a:r><a:rPr lang="en-US" sz="2000" dirty="0"><a:solidFill><a:srgbClr val="000000"/></a:solidFill></a:rPr><a:t>&lt;MMClips&gt;0&lt;/MMClips&gt;</a:t></a:r><a:endParaRPr lang="en-US" sz="2000" dirty="0"/></a:p><a:p><a:pPr marL="342900" indent="-342900"><a:spcAft><a:spcPts val="1000"/></a:spcAft><a:buSzPct val="100000"/><a:buChar char="&#x2022;"/></a:pPr><a:r><a:rPr lang="en-US" sz="2000" dirty="0"><a:solidFill><a:srgbClr val="000000"/></a:solidFill></a:rPr><a:t>&lt;ScaleCrop&gt;false&lt;/ScaleCrop&gt;</a:t></a:r><a:endParaRPr lang="en-US" sz="2000" dirty="0"/></a:p><a:p><a:pPr marL="342900" indent="-342900"><a:spcAft><a:spcPts val="1000"/></a:spcAft><a:buSzPct val="100000"/><a:buChar char="&#x2022;"/></a:pPr><a:r><a:rPr lang="en-US" sz="2000" dirty="0"><a:solidFill><a:srgbClr val="000000"/></a:solidFill></a:rPr><a:t>&lt;HeadingPairs&gt;</a:t></a:r><a:endParaRPr lang="en-US" sz="2000" dirty="0"/></a:p><a:p><a:pPr marL="342900" indent="-342900"><a:spcAft><a:spcPts val="1000"/></a:spcAft><a:buSzPct val="100000"/><a:buChar char="&#x2022;"/></a:pPr><a:r><a:rPr lang="en-US" sz="2000" dirty="0"><a:solidFill><a:srgbClr val="000000"/></a:solidFill></a:rPr><a:t>&lt;vt:vector size=&quot;6&quot; baseType=&quot;variant&quot;&gt;</a:t></a:r><a:endParaRPr lang="en-US" sz="2000" dirty="0"/></a:p><a:p><a:pPr marL="342900" indent="-342900"><a:spcAft><a:spcPts val="1000"/></a:spcAft><a:buSzPct val="100000"/><a:buChar char="&#x2022;"/></a:pPr><a:r><a:rPr lang="en-US" sz="2000" dirty="0"><a:solidFill><a:srgbClr val="000000"/></a:solidFill></a:rPr><a:t>&lt;vt:variant&gt;&lt;vt:lpstr&gt;Fonts Used&lt;/vt:lpstr&gt;&lt;/vt:variant&gt;</a:t></a:r><a:endParaRPr lang="en-US" sz="2000" dirty="0"/></a:p><a:p><a:pPr marL="342900" indent="-342900"><a:spcAft><a:spcPts val="1000"/></a:spcAft><a:buSzPct val="100000"/><a:buChar char="&#x2022;"/></a:pPr><a:r><a:rPr lang="en-US" sz="2000" dirty="0"><a:solidFill><a:srgbClr val="000000"/></a:solidFill></a:rPr><a:t>&lt;vt:variant&gt;&lt;vt:i4&gt;2&lt;/vt:i4&gt;&lt;/vt:variant&gt;</a:t></a:r><a:endParaRPr lang="en-US" sz="2000" dirty="0"/></a:p><a:p><a:pPr marL="342900" indent="-342900"><a:spcAft><a:spcPts val="1000"/></a:spcAft><a:buSzPct val="100000"/><a:buChar char="&#x2022;"/></a:pPr><a:r><a:rPr lang="en-US" sz="2000" dirty="0"><a:solidFill><a:srgbClr val="000000"/></a:solidFill></a:rPr><a:t>&lt;vt:variant&gt;&lt;vt:lpstr&gt;Theme&lt;/vt:lpstr&gt;&lt;/vt:variant&gt;</a:t></a:r><a:endParaRPr lang="en-US" sz="2000" dirty="0"/></a:p><a:p><a:pPr marL="342900" indent="-342900"><a:spcAft><a:spcPts val="1000"/></a:spcAft><a:buSzPct val="100000"/><a:buChar char="&#x2022;"/></a:pPr><a:r><a:rPr lang="en-US" sz="2000" dirty="0"><a:solidFill><a:srgbClr val="000000"/></a:solidFill></a:rPr><a:t>&lt;vt:variant&gt;&lt;vt:i4&gt;1&lt;/vt:i4&gt;&lt;/vt:variant&gt;</a:t></a:r><a:endParaRPr lang="en-US" sz="2000" dirty="0"/></a:p><a:p><a:pPr marL="342900" indent="-342900"><a:spcAft><a:spcPts val="1000"/></a:spcAft><a:buSzPct val="100000"/><a:buChar char="&#x2022;"/></a:pPr><a:r><a:rPr lang="en-US" sz="2000" dirty="0"><a:solidFill><a:srgbClr val="000000"/></a:solidFill></a:rPr><a:t>&lt;vt:variant&gt;&lt;vt:lpstr&gt;Slide Titles&lt;/vt:lpstr&gt;&lt;/vt:variant&gt;</a:t></a:r><a:endParaRPr lang="en-US" sz="2000" dirty="0"/></a:p><a:p><a:pPr marL="342900" indent="-342900"><a:spcAft><a:spcPts val="1000"/></a:spcAft><a:buSzPct val="100000"/><a:buChar char="&#x2022;"/></a:pPr><a:r><a:rPr lang="en-US" sz="2000" dirty="0"><a:solidFill><a:srgbClr val="000000"/></a:solidFill></a:rPr><a:t>&lt;vt:variant&gt;&lt;vt:i4&gt;7&lt;/vt:i4&gt;&lt;/vt:variant&gt;</a:t></a:r><a:endParaRPr lang="en-US" sz="2000" dirty="0"/></a:p><a:p><a:pPr marL="342900" indent="-342900"><a:spcAft><a:spcPts val="1000"/></a:spcAft><a:buSzPct val="100000"/><a:buChar char="&#x2022;"/></a:pPr><a:r><a:rPr lang="en-US" sz="2000" dirty="0"><a:solidFill><a:srgbClr val="000000"/></a:solidFill></a:rPr><a:t>&lt;/vt:vector&gt;</a:t></a:r><a:endParaRPr lang="en-US" sz="2000" dirty="0"/></a:p><a:p><a:pPr marL="342900" indent="-342900"><a:spcAft><a:spcPts val="1000"/></a:spcAft><a:buSzPct val="100000"/><a:buChar char="&#x2022;"/></a:pPr><a:r><a:rPr lang="en-US" sz="2000" dirty="0"><a:solidFill><a:srgbClr val="000000"/></a:solidFill></a:rPr><a:t>&lt;/HeadingPairs&gt;</a:t></a:r><a:endParaRPr lang="en-US" sz="2000" dirty="0"/></a:p><a:p><a:pPr marL="342900" indent="-342900"><a:spcAft><a:spcPts val="1000"/></a:spcAft><a:buSzPct val="100000"/><a:buChar char="&#x2022;"/></a:pPr><a:r><a:rPr lang="en-US" sz="2000" dirty="0"><a:solidFill><a:srgbClr val="000000"/></a:solidFill></a:rPr><a:t>&lt;TitlesOfParts&gt;</a:t></a:r><a:endParaRPr lang="en-US" sz="2000" dirty="0"/></a:p><a:p><a:pPr marL="342900" indent="-342900"><a:spcAft><a:spcPts val="1000"/></a:spcAft><a:buSzPct val="100000"/><a:buChar char="&#x2022;"/></a:pPr><a:r><a:rPr lang="en-US" sz="2000" dirty="0"><a:solidFill><a:srgbClr val="000000"/></a:solidFill></a:rPr><a:t>&lt;vt:vector size=&quot;10&quot; baseType=&quot;lpstr&quot;&gt;</a:t></a:r><a:endParaRPr lang="en-US" sz="2000" dirty="0"/></a:p><a:p><a:pPr marL="342900" indent="-342900"><a:spcAft><a:spcPts val="1000"/></a:spcAft><a:buSzPct val="100000"/><a:buChar char="&#x2022;"/></a:pPr><a:r><a:rPr lang="en-US" sz="2000" dirty="0"><a:solidFill><a:srgbClr val="000000"/></a:solidFill></a:rPr><a:t>&lt;vt:lpstr&gt;Arial&lt;/vt:lpstr&gt;</a:t></a:r><a:endParaRPr lang="en-US" sz="2000" dirty="0"/></a:p><a:p><a:pPr marL="342900" indent="-342900"><a:spcAft><a:spcPts val="1000"/></a:spcAft><a:buSzPct val="100000"/><a:buChar char="&#x2022;"/></a:pPr><a:r><a:rPr lang="en-US" sz="2000" dirty="0"><a:solidFill><a:srgbClr val="000000"/></a:solidFill></a:rPr><a:t>&lt;vt:lpstr&gt;Calibri&lt;/vt:lpstr&gt;</a:t></a:r><a:endParaRPr lang="en-US" sz="2000" dirty="0"/></a:p><a:p><a:pPr marL="342900" indent="-342900"><a:spcAft><a:spcPts val="1000"/></a:spcAft><a:buSzPct val="100000"/><a:buChar char="&#x2022;"/></a:pPr><a:r><a:rPr lang="en-US" sz="2000" dirty="0"><a:solidFill><a:srgbClr val="000000"/></a:solidFill></a:rPr><a:t>&lt;vt:lpstr&gt;Office Theme&lt;/vt:lpstr&gt;</a:t></a:r><a:endParaRPr lang="en-US" sz="2000" dirty="0"/></a:p><a:p><a:pPr marL="342900" indent="-342900"><a:spcAft><a:spcPts val="1000"/></a:spcAft><a:buSzPct val="100000"/><a:buChar char="&#x2022;"/></a:pPr><a:r><a:rPr lang="en-US" sz="2000" dirty="0"><a:solidFill><a:srgbClr val="000000"/></a:solidFill></a:rPr><a:t>&lt;vt:lpstr&gt;Slide 1&lt;/vt:lpstr&gt;&lt;vt:lpstr&gt;Slide 2&lt;/vt:lpstr&gt;&lt;vt:lpstr&gt;Slide 3&lt;/vt:lpstr&gt;&lt;vt:lpstr&gt;Slide 4&lt;/vt:lpstr&gt;&lt;vt:lpstr&gt;Slide 5&lt;/vt:lpstr&gt;&lt;vt:lpstr&gt;Slide 6&lt;/vt:lpstr&gt;&lt;vt:lpstr&gt;Slide 7&lt;/vt:lpstr&gt;</a:t></a:r><a:endParaRPr lang="en-US" sz="2000" dirty="0"/></a:p><a:p><a:pPr marL="342900" indent="-342900"><a:spcAft><a:spcPts val="1000"/></a:spcAft><a:buSzPct val="100000"/><a:buChar char="&#x2022;"/></a:pPr><a:r><a:rPr lang="en-US" sz="2000" dirty="0"><a:solidFill><a:srgbClr val="000000"/></a:solidFill></a:rPr><a:t>&lt;/vt:vector&gt;</a:t></a:r><a:endParaRPr lang="en-US" sz="2000" dirty="0"/></a:p><a:p><a:pPr marL="342900" indent="-342900"><a:spcAft><a:spcPts val="1000"/></a:spcAft><a:buSzPct val="100000"/><a:buChar char="&#x2022;"/></a:pPr><a:r><a:rPr lang="en-US" sz="2000" dirty="0"><a:solidFill><a:srgbClr val="000000"/></a:solidFill></a:rPr><a:t>&lt;/TitlesOfParts&gt;</a:t></a:r><a:endParaRPr lang="en-US" sz="2000" dirty="0"/></a:p><a:p><a:pPr marL="342900" indent="-342900"><a:spcAft><a:spcPts val="1000"/></a:spcAft><a:buSzPct val="100000"/><a:buChar char="&#x2022;"/></a:pPr><a:r><a:rPr lang="en-US" sz="2000" dirty="0"><a:solidFill><a:srgbClr val="000000"/></a:solidFill></a:rPr><a:t>&lt;Company&gt;PptxGenJS&lt;/Company&gt;</a:t></a:r><a:endParaRPr lang="en-US" sz="2000" dirty="0"/></a:p><a:p><a:pPr marL="342900" indent="-342900"><a:spcAft><a:spcPts val="1000"/></a:spcAft><a:buSzPct val="100000"/><a:buChar char="&#x2022;"/></a:pPr><a:r><a:rPr lang="en-US" sz="2000" dirty="0"><a:solidFill><a:srgbClr val="000000"/></a:solidFill></a:rPr><a:t>&lt;LinksUpToDate&gt;false&lt;/LinksUpToDate&gt;</a:t></a:r><a:endParaRPr lang="en-US" sz="2000" dirty="0"/></a:p><a:p><a:pPr marL="342900" indent="-342900"><a:spcAft><a:spcPts val="1000"/></a:spcAft><a:buSzPct val="100000"/><a:buChar char="&#x2022;"/></a:pPr><a:r><a:rPr lang="en-US" sz="2000" dirty="0"><a:solidFill><a:srgbClr val="000000"/></a:solidFill></a:rPr><a:t>&lt;SharedDoc&gt;false&lt;/SharedDoc&gt;</a:t></a:r><a:endParaRPr lang="en-US" sz="2000" dirty="0"/></a:p><a:p><a:pPr marL="342900" indent="-342900"><a:spcAft><a:spcPts val="1000"/></a:spcAft><a:buSzPct val="100000"/><a:buChar char="&#x2022;"/></a:pPr><a:r><a:rPr lang="en-US" sz="2000" dirty="0"><a:solidFill><a:srgbClr val="000000"/></a:solidFill></a:rPr><a:t>&lt;HyperlinksChanged&gt;false&lt;/HyperlinksChanged&gt;</a:t></a:r><a:endParaRPr lang="en-US" sz="2000" dirty="0"/></a:p><a:p><a:pPr marL="342900" indent="-342900"><a:spcAft><a:spcPts val="1000"/></a:spcAft><a:buSzPct val="100000"/><a:buChar char="&#x2022;"/></a:pPr><a:r><a:rPr lang="en-US" sz="2000" dirty="0"><a:solidFill><a:srgbClr val="000000"/></a:solidFill></a:rPr><a:t>&lt;AppVersion&gt;16.0000&lt;/AppVersion&gt;</a:t></a:r><a:endParaRPr lang="en-US" sz="2000" dirty="0"/></a:p><a:p><a:pPr marL="342900" indent="-342900"><a:spcAft><a:spcPts val="1000"/></a:spcAft><a:buSzPct val="100000"/><a:buChar char="&#x2022;"/></a:pPr><a:r><a:rPr lang="en-US" sz="2000" dirty="0"><a:solidFill><a:srgbClr val="000000"/></a:solidFill></a:rPr><a:t>&lt;/Properties&gt;PK</a:t></a:r><a:endParaRPr lang="en-US" sz="2000" dirty="0"/></a:p><a:p><a:pPr marL="342900" indent="-342900"><a:spcAft><a:spcPts val="1000"/></a:spcAft><a:buSzPct val="100000"/><a:buChar char="&#x2022;"/></a:pPr><a:r><a:rPr lang="en-US" sz="2000" dirty="0"><a:solidFill><a:srgbClr val="000000"/></a:solidFill></a:rPr><a:t>�yP[�4���docProps/core.xml&lt;?xml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&lt;cp:coreProperties xmlns:cp=&quot;http://schemas.openxmlformats.org/package/2006/metadata/coreproperties&quot; xmlns:dc=&quot;http://purl.org/dc/elements/1.1/&quot; xmlns:dcterms=&quot;http://purl.org/dc/terms/&quot; xmlns:dcmitype=&quot;http://purl.org/dc/dcmitype/&quot; xmlns:xsi=&quot;http://www.w3.org/2001/XMLSchemainstance&quot;&gt;</a:t></a:r><a:endParaRPr lang="en-US" sz="2000" dirty="0"/></a:p><a:p><a:pPr marL="342900" indent="-342900"><a:spcAft><a:spcPts val="1000"/></a:spcAft><a:buSzPct val="100000"/><a:buChar char="&#x2022;"/></a:pPr><a:r><a:rPr lang="en-US" sz="2000" dirty="0"><a:solidFill><a:srgbClr val="000000"/></a:solidFill></a:rPr><a:t>&lt;dc:title&gt;PptxGenJS Presentation&lt;/dc:title&gt;</a:t></a:r><a:endParaRPr lang="en-US" sz="2000" dirty="0"/></a:p><a:p><a:pPr marL="342900" indent="-342900"><a:spcAft><a:spcPts val="1000"/></a:spcAft><a:buSzPct val="100000"/><a:buChar char="&#x2022;"/></a:pPr><a:r><a:rPr lang="en-US" sz="2000" dirty="0"><a:solidFill><a:srgbClr val="000000"/></a:solidFill></a:rPr><a:t>&lt;dc:subject&gt;PptxGenJS Presentation&lt;/dc:subject&gt;</a:t></a:r><a:endParaRPr lang="en-US" sz="2000" dirty="0"/></a:p><a:p><a:pPr marL="342900" indent="-342900"><a:spcAft><a:spcPts val="1000"/></a:spcAft><a:buSzPct val="100000"/><a:buChar char="&#x2022;"/></a:pPr><a:r><a:rPr lang="en-US" sz="2000" dirty="0"><a:solidFill><a:srgbClr val="000000"/></a:solidFill></a:rPr><a:t>&lt;dc:creator&gt;PptxGenJS&lt;/dc:creator&gt;</a:t></a:r><a:endParaRPr lang="en-US" sz="2000" dirty="0"/></a:p><a:p><a:pPr marL="342900" indent="-342900"><a:spcAft><a:spcPts val="1000"/></a:spcAft><a:buSzPct val="100000"/><a:buChar char="&#x2022;"/></a:pPr><a:r><a:rPr lang="en-US" sz="2000" dirty="0"><a:solidFill><a:srgbClr val="000000"/></a:solidFill></a:rPr><a:t>&lt;cp:lastModifiedBy&gt;PptxGenJS&lt;/cp:lastModifiedBy&gt;</a:t></a:r><a:endParaRPr lang="en-US" sz="2000" dirty="0"/></a:p><a:p><a:pPr marL="342900" indent="-342900"><a:spcAft><a:spcPts val="1000"/></a:spcAft><a:buSzPct val="100000"/><a:buChar char="&#x2022;"/></a:pPr><a:r><a:rPr lang="en-US" sz="2000" dirty="0"><a:solidFill><a:srgbClr val="000000"/></a:solidFill></a:rPr><a:t>&lt;cp:revision&gt;1&lt;/cp:revision&gt;</a:t></a:r><a:endParaRPr lang="en-US" sz="2000" dirty="0"/></a:p><a:p><a:pPr marL="342900" indent="-342900"><a:spcAft><a:spcPts val="1000"/></a:spcAft><a:buSzPct val="100000"/><a:buChar char="&#x2022;"/></a:pPr><a:r><a:rPr lang="en-US" sz="2000" dirty="0"><a:solidFill><a:srgbClr val="000000"/></a:solidFill></a:rPr><a:t>&lt;dcterms:created xsi:type=&quot;dcterms:W3CDTF&quot;&gt;20251016T15:14:18Z&lt;/dcterms:created&gt;</a:t></a:r><a:endParaRPr lang="en-US" sz="2000" dirty="0"/></a:p><a:p><a:pPr marL="342900" indent="-342900"><a:spcAft><a:spcPts val="1000"/></a:spcAft><a:buSzPct val="100000"/><a:buChar char="&#x2022;"/></a:pPr><a:r><a:rPr lang="en-US" sz="2000" dirty="0"><a:solidFill><a:srgbClr val="000000"/></a:solidFill></a:rPr><a:t>&lt;dcterms:modified xsi:type=&quot;dcterms:W3CDTF&quot;&gt;20251016T15:14:18Z&lt;/dcterms:modified&gt;</a:t></a:r><a:endParaRPr lang="en-US" sz="2000" dirty="0"/></a:p><a:p><a:pPr marL="342900" indent="-342900"><a:spcAft><a:spcPts val="1000"/></a:spcAft><a:buSzPct val="100000"/><a:buChar char="&#x2022;"/></a:pPr><a:r><a:rPr lang="en-US" sz="2000" dirty="0"><a:solidFill><a:srgbClr val="000000"/></a:solidFill></a:rPr><a:t>&lt;/cp:coreProperties&gt;PK</a:t></a:r><a:endParaRPr lang="en-US" sz="2000" dirty="0"/></a:p><a:p><a:pPr marL="342900" indent="-342900"><a:spcAft><a:spcPts val="1000"/></a:spcAft><a:buSzPct val="100000"/><a:buChar char="&#x2022;"/></a:pPr><a:r><a:rPr lang="en-US" sz="2000" dirty="0"><a:solidFill><a:srgbClr val="000000"/></a:solidFill></a:rPr><a:t>�yP[&amp;�.��ppt/_rels/presentation.xml.rels&lt;?xml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xmlns=&quot;http://schemas.openxmlformats.org/package/2006/relationships&quot;&gt;&lt;Relationship Id=&quot;rId1&quot; Type=&quot;http://schemas.openxmlformats.org/officeDocument/2006/relationships/slideMaster&quot; Target=&quot;slideMasters/slideMaster1.xml&quot;/&gt;&lt;Relationship Id=&quot;rId2&quot; Type=&quot;http://schemas.openxmlformats.org/officeDocument/2006/relationships/slide&quot; Target=&quot;slides/slide1.xml&quot;/&gt;&lt;Relationship Id=&quot;rId3&quot; Type=&quot;http://schemas.openxmlformats.org/officeDocument/2006/relationships/slide&quot; Target=&quot;slides/slide2.xml&quot;/&gt;&lt;Relationship Id=&quot;rId4&quot; Type=&quot;http://schemas.openxmlformats.org/officeDocument/2006/relationships/slide&quot; Target=&quot;slides/slide3.xml&quot;/&gt;&lt;Relationship Id=&quot;rId5&quot; Type=&quot;http://schemas.openxmlformats.org/officeDocument/2006/relationships/slide&quot; Target=&quot;slides/slide4.xml&quot;/&gt;&lt;Relationship Id=&quot;rId6&quot; Type=&quot;http://schemas.openxmlformats.org/officeDocument/2006/relationships/slide&quot; Target=&quot;slides/slide5.xml&quot;/&gt;&lt;Relationship Id=&quot;rId7&quot; Type=&quot;http://schemas.openxmlformats.org/officeDocument/2006/relationships/slide&quot; Target=&quot;slides/slide6.xml&quot;/&gt;&lt;Relationship Id=&quot;rId8&quot; Type=&quot;http://schemas.openxmlformats.org/officeDocument/2006/relationships/slide&quot; Target=&quot;slides/slide7.xml&quot;/&gt;&lt;Relationship Id=&quot;rId9&quot; Type=&quot;http://schemas.openxmlformats.org/officeDocument/2006/relationships/notesMaster&quot; Target=&quot;notesMasters/notesMaster1.xml&quot;/&gt;&lt;Relationship Id=&quot;rId10&quot; Type=&quot;http://schemas.openxmlformats.org/officeDocument/2006/relationships/presProps&quot; Target=&quot;presProps.xml&quot;/&gt;&lt;Relationship Id=&quot;rId11&quot; Type=&quot;http://schemas.openxmlformats.org/officeDocument/2006/relationships/viewProps&quot; Target=&quot;viewProps.xml&quot;/&gt;&lt;Relationship Id=&quot;rId12&quot; Type=&quot;http://schemas.openxmlformats.org/officeDocument/2006/relationships/theme&quot; Target=&quot;theme/theme1.xml&quot;/&gt;&lt;Relationship Id=&quot;rId13&quot; Type=&quot;http://schemas.openxmlformats.org/officeDocument/2006/relationships/tableStyles&quot; Target=&quot;tableStyles.xml&quot;/&gt;&lt;/Relationships&gt;PK</a:t></a:r><a:endParaRPr lang="en-US" sz="2000" dirty="0"/></a:p><a:p><a:pPr marL="342900" indent="-342900"><a:spcAft><a:spcPts val="1000"/></a:spcAft><a:buSzPct val="100000"/><a:buChar char="&#x2022;"/></a:pPr><a:r><a:rPr lang="en-US" sz="2000" dirty="0"><a:solidFill><a:srgbClr val="000000"/></a:solidFill></a:rPr><a:t>�yP[Oݨ� � ppt/theme/theme1.xml&lt;?xml version=&quot;1.0&quot; encoding=&quot;UTF8&quot; standalone=&quot;yes&quot;?&gt;&lt;a:theme xmlns:a=&quot;http://schemas.openxmlformats.org/drawingml/2006/main&quot; name=&quot;Office Theme&quot;&gt;&lt;a:themeElements&gt;&lt;a:clrScheme name=&quot;Office&quot;&gt;&lt;a:dk1&gt;&lt;a:sysClr val=&quot;windowText&quot; lastClr=&quot;000000&quot;/&gt;&lt;/a:dk1&gt;&lt;a:lt1&gt;&lt;a:sysClr val=&quot;window&quot; lastClr=&quot;FFFFFF&quot;/&gt;&lt;/a:lt1&gt;&lt;a:dk2&gt;&lt;a:srgbClr val=&quot;44546A&quot;/&gt;&lt;/a:dk2&gt;&lt;a:lt2&gt;&lt;a:srgbClr val=&quot;E7E6E6&quot;/&gt;&lt;/a:lt2&gt;&lt;a:accent1&gt;&lt;a:srgbClr val=&quot;4472C4&quot;/&gt;&lt;/a:accent1&gt;&lt;a:accent2&gt;&lt;a:srgbClr val=&quot;ED7D31&quot;/&gt;&lt;/a:accent2&gt;&lt;a:accent3&gt;&lt;a:srgbClr val=&quot;A5A5A5&quot;/&gt;&lt;/a:accent3&gt;&lt;a:accent4&gt;&lt;a:srgbClr val=&quot;FFC000&quot;/&gt;&lt;/a:accent4&gt;&lt;a:accent5&gt;&lt;a:srgbClr val=&quot;5B9BD5&quot;/&gt;&lt;/a:accent5&gt;&lt;a:accent6&gt;&lt;a:srgbClr val=&quot;70AD47&quot;/&gt;&lt;/a:accent6&gt;&lt;a:hlink&gt;&lt;a:srgbClr val=&quot;0563C1&quot;/&gt;&lt;/a:hlink&gt;&lt;a:folHlink&gt;&lt;a:srgbClr val=&quot;954F72&quot;/&gt;&lt;/a:folHlink&gt;&lt;/a:clrScheme&gt;&lt;a:fontScheme name=&quot;Office&quot;&gt;&lt;a:majorFont&gt;&lt;a:latin typeface=&quot;Calibri Light&quot; panose=&quot;020F0302020204030204&quot;/&gt;&lt;a:ea typeface=&quot;&quot;/&gt;&lt;a:cs typeface=&quot;&quot;/&gt;&lt;a:font script=&quot;Jpan&quot; typeface=&quot;游ゴシック Light&quot;/&gt;&lt;a:font script=&quot;Hang&quot; typeface=&quot;맑은 고딕&quot;/&gt;&lt;a:font script=&quot;Hans&quot; typeface=&quot;等线 Light&quot;/&gt;&lt;a:font script=&quot;Hant&quot; typeface=&quot;新細明體&quot;/&gt;&lt;a:font script=&quot;Arab&quot; typeface=&quot;Times New Roman&quot;/&gt;&lt;a:font script=&quot;Hebr&quot; typeface=&quot;Times New Roman&quot;/&gt;&lt;a:font script=&quot;Thai&quot; typeface=&quot;Angsana New&quot;/&gt;&lt;a:font script=&quot;Ethi&quot; typeface=&quot;Nyala&quot;/&gt;&lt;a:font script=&quot;Beng&quot; typeface=&quot;Vrinda&quot;/&gt;&lt;a:font script=&quot;Gujr&quot; typeface=&quot;Shruti&quot;/&gt;&lt;a:font script=&quot;Khmr&quot; typeface=&quot;MoolBoran&quot;/&gt;&lt;a:font script=&quot;Knda&quot; typeface=&quot;Tunga&quot;/&gt;&lt;a:font script=&quot;Guru&quot; typeface=&quot;Raavi&quot;/&gt;&lt;a:font script=&quot;Cans&quot; typeface=&quot;Euphemia&quot;/&gt;&lt;a:font script=&quot;Cher&quot; typeface=&quot;Plantagenet Cherokee&quot;/&gt;&lt;a:font script=&quot;Yiii&quot; typeface=&quot;Microsoft Yi Baiti&quot;/&gt;&lt;a:font script=&quot;Tibt&quot; typeface=&quot;Microsoft Himalaya&quot;/&gt;&lt;a:font script=&quot;Thaa&quot; typeface=&quot;MV Boli&quot;/&gt;&lt;a:font script=&quot;Deva&quot; typeface=&quot;Mangal&quot;/&gt;&lt;a:font script=&quot;Telu&quot; typeface=&quot;Gautami&quot;/&gt;&lt;a:font script=&quot;Taml&quot; typeface=&quot;Latha&quot;/&gt;&lt;a:font script=&quot;Syrc&quot; typeface=&quot;Estrangelo Edessa&quot;/&gt;&lt;a:font script=&quot;Orya&quot; typeface=&quot;Kalinga&quot;/&gt;&lt;a:font script=&quot;Mlym&quot; typeface=&quot;Kartika&quot;/&gt;&lt;a:font script=&quot;Laoo&quot; typeface=&quot;DokChampa&quot;/&gt;&lt;a:font script=&quot;Sinh&quot; typeface=&quot;Iskoola Pota&quot;/&gt;&lt;a:font script=&quot;Mong&quot; typeface=&quot;Mongolian Baiti&quot;/&gt;&lt;a:font script=&quot;Viet&quot; typeface=&quot;Times New Roman&quot;/&gt;&lt;a:font script=&quot;Uigh&quot; typeface=&quot;Microsoft Uighur&quot;/&gt;&lt;a:font script=&quot;Geor&quot; typeface=&quot;Sylfaen&quot;/&gt;&lt;a:font script=&quot;Armn&quot; typeface=&quot;Arial&quot;/&gt;&lt;a:font script=&quot;Bugi&quot; typeface=&quot;Leelawadee UI&quot;/&gt;&lt;a:font script=&quot;Bopo&quot; typeface=&quot;Microsoft JhengHei&quot;/&gt;&lt;a:font script=&quot;Java&quot; typeface=&quot;Javanese Text&quot;/&gt;&lt;a:font script=&quot;Lisu&quot; typeface=&quot;Segoe UI&quot;/&gt;&lt;a:font script=&quot;Mymr&quot; typeface=&quot;Myanmar Text&quot;/&gt;&lt;a:font script=&quot;Nkoo&quot; typeface=&quot;Ebrima&quot;/&gt;&lt;a:font script=&quot;Olck&quot; typeface=&quot;Nirmala UI&quot;/&gt;&lt;a:font script=&quot;Osma&quot; typeface=&quot;Ebrima&quot;/&gt;&lt;a:font script=&quot;Phag&quot; typeface=&quot;Phagspa&quot;/&gt;&lt;a:font script=&quot;Syrn&quot; typeface=&quot;Estrangelo Edessa&quot;/&gt;&lt;a:font script=&quot;Syrj&quot; typeface=&quot;Estrangelo Edessa&quot;/&gt;&lt;a:font script=&quot;Syre&quot; typeface=&quot;Estrangelo Edessa&quot;/&gt;&lt;a:font script=&quot;Sora&quot; typeface=&quot;Nirmala UI&quot;/&gt;&lt;a:font script=&quot;Tale&quot; typeface=&quot;Microsoft Tai Le&quot;/&gt;&lt;a:font script=&quot;Talu&quot; typeface=&quot;Microsoft New Tai Lue&quot;/&gt;&lt;a:font script=&quot;Tfng&quot; typeface=&quot;Ebrima&quot;/&gt;&lt;/a:majorFont&gt;&lt;a:minorFont&gt;&lt;a:latin typeface=&quot;Calibri&quot; panose=&quot;020F0502020204030204&quot;/&gt;&lt;a:ea typeface=&quot;&quot;/&gt;&lt;a:cs typeface=&quot;&quot;/&gt;&lt;a:font script=&quot;Jpan&quot; typeface=&quot;游ゴシック&quot;/&gt;&lt;a:font script=&quot;Hang&quot; typeface=&quot;맑은 고딕&quot;/&gt;&lt;a:font script=&quot;Hans&quot; typeface=&quot;等线&quot;/&gt;&lt;a:font script=&quot;Hant&quot; typeface=&quot;新細明體&quot;/&gt;&lt;a:font script=&quot;Arab&quot; typeface=&quot;Arial&quot;/&gt;&lt;a:font script=&quot;Hebr&quot; typeface=&quot;Arial&quot;/&gt;&lt;a:font script=&quot;Thai&quot; typeface=&quot;Cordia New&quot;/&gt;&lt;a:font script=&quot;Ethi&quot; typeface=&quot;Nyala&quot;/&gt;&lt;a:font script=&quot;Beng&quot; typeface=&quot;Vrinda&quot;/&gt;&lt;a:font script=&quot;Gujr&quot; typeface=&quot;Shruti&quot;/&gt;&lt;a:font script=&quot;Khmr&quot; typeface=&quot;DaunPenh&quot;/&gt;&lt;a:font script=&quot;Knda&quot; typeface=&quot;Tunga&quot;/&gt;&lt;a:font script=&quot;Guru&quot; typeface=&quot;Raavi&quot;/&gt;&lt;a:font script=&quot;Cans&quot; typeface=&quot;Euphemia&quot;/&gt;&lt;a:font script=&quot;Cher&quot; typeface=&quot;Plantagenet Cherokee&quot;/&gt;&lt;a:font script=&quot;Yiii&quot; typeface=&quot;Microsoft Yi Baiti&quot;/&gt;&lt;a:font script=&quot;Tibt&quot; typeface=&quot;Microsoft Himalaya&quot;/&gt;&lt;a:font script=&quot;Thaa&quot; typeface=&quot;MV Boli&quot;/&gt;&lt;a:font script=&quot;Deva&quot; typeface=&quot;Mangal&quot;/&gt;&lt;a:font script=&quot;Telu&quot; typeface=&quot;Gautami&quot;/&gt;&lt;a:font script=&quot;Taml&quot; typeface=&quot;Latha&quot;/&gt;&lt;a:font script=&quot;Syrc&quot; typeface=&quot;Estrangelo Edessa&quot;/&gt;&lt;a:font script=&quot;Orya&quot; typeface=&quot;Kalinga&quot;/&gt;&lt;a:font script=&quot;Mlym&quot; typeface=&quot;Kartika&quot;/&gt;&lt;a:font script=&quot;Laoo&quot; typeface=&quot;DokChampa&quot;/&gt;&lt;a:font script=&quot;Sinh&quot; typeface=&quot;Iskoola Pota&quot;/&gt;&lt;a:font script=&quot;Mong&quot; typeface=&quot;Mongolian Baiti&quot;/&gt;&lt;a:font script=&quot;Viet&quot; typeface=&quot;Arial&quot;/&gt;&lt;a:font script=&quot;Uigh&quot; typeface=&quot;Microsoft Uighur&quot;/&gt;&lt;a:font script=&quot;Geor&quot; typeface=&quot;Sylfaen&quot;/&gt;&lt;a:font script=&quot;Armn&quot; typeface=&quot;Arial&quot;/&gt;&lt;a:font script=&quot;Bugi&quot; typeface=&quot;Leelawadee UI&quot;/&gt;&lt;a:font script=&quot;Bopo&quot; typeface=&quot;Microsoft JhengHei&quot;/&gt;&lt;a:font script=&quot;Java&quot; typeface=&quot;Javanese Text&quot;/&gt;&lt;a:font script=&quot;Lisu&quot; typeface=&quot;Segoe UI&quot;/&gt;&lt;a:font script=&quot;Mymr&quot; typeface=&quot;Myanmar Text&quot;/&gt;&lt;a:font script=&quot;Nkoo&quot; typeface=&quot;Ebrima&quot;/&gt;&lt;a:font script=&quot;Olck&quot; typeface=&quot;Nirmala UI&quot;/&gt;&lt;a:font script=&quot;Osma&quot; typeface=&quot;Ebrima&quot;/&gt;&lt;a:font script=&quot;Phag&quot; typeface=&quot;Phagspa&quot;/&gt;&lt;a:font script=&quot;Syrn&quot; typeface=&quot;Estrangelo Edessa&quot;/&gt;&lt;a:font script=&quot;Syrj&quot; typeface=&quot;Estrangelo Edessa&quot;/&gt;&lt;a:font script=&quot;Syre&quot; typeface=&quot;Estrangelo Edessa&quot;/&gt;&lt;a:font script=&quot;Sora&quot; typeface=&quot;Nirmala UI&quot;/&gt;&lt;a:font script=&quot;Tale&quot; typeface=&quot;Microsoft Tai Le&quot;/&gt;&lt;a:font script=&quot;Talu&quot; typeface=&quot;Microsoft New Tai Lue&quot;/&gt;&lt;a:font script=&quot;Tfng&quot; typeface=&quot;Ebrima&quot;/&gt;&lt;/a:minorFont&gt;&lt;/a:fontScheme&gt;&lt;a:fmtScheme name=&quot;Office&quot;&gt;&lt;a:fillStyleLst&gt;&lt;a:solidFill&gt;&lt;a:schemeClr val=&quot;phClr&quot;/&gt;&lt;/a:solidFill&gt;&lt;a:gradFill rotWithShape=&quot;1&quot;&gt;&lt;a:gsLst&gt;&lt;a:gs pos=&quot;0&quot;&gt;&lt;a:schemeClr val=&quot;phClr&quot;&gt;&lt;a:lumMod val=&quot;110000&quot;/&gt;&lt;a:satMod val=&quot;105000&quot;/&gt;&lt;a:tint val=&quot;67000&quot;/&gt;&lt;/a:schemeClr&gt;&lt;/a:gs&gt;&lt;a:gs pos=&quot;50000&quot;&gt;&lt;a:schemeClr val=&quot;phClr&quot;&gt;&lt;a:lumMod val=&quot;105000&quot;/&gt;&lt;a:satMod val=&quot;103000&quot;/&gt;&lt;a:tint val=&quot;73000&quot;/&gt;&lt;/a:schemeClr&gt;&lt;/a:gs&gt;&lt;a:gs pos=&quot;100000&quot;&gt;&lt;a:schemeClr val=&quot;phClr&quot;&gt;&lt;a:lumMod val=&quot;105000&quot;/&gt;&lt;a:satMod val=&quot;109000&quot;/&gt;&lt;a:tint val=&quot;81000&quot;/&gt;&lt;/a:schemeClr&gt;&lt;/a:gs&gt;&lt;/a:gsLst&gt;&lt;a:lin ang=&quot;5400000&quot; scaled=&quot;0&quot;/&gt;&lt;/a:gradFill&gt;&lt;a:gradFill rotWithShape=&quot;1&quot;&gt;&lt;a:gsLst&gt;&lt;a:gs pos=&quot;0&quot;&gt;&lt;a:schemeClr val=&quot;phClr&quot;&gt;&lt;a:satMod val=&quot;103000&quot;/&gt;&lt;a:lumMod val=&quot;102000&quot;/&gt;&lt;a:tint val=&quot;94000&quot;/&gt;&lt;/a:schemeClr&gt;&lt;/a:gs&gt;&lt;a:gs pos=&quot;50000&quot;&gt;&lt;a:schemeClr val=&quot;phClr&quot;&gt;&lt;a:satMod val=&quot;110000&quot;/&gt;&lt;a:lumMod val=&quot;100000&quot;/&gt;&lt;a:shade val=&quot;100000&quot;/&gt;&lt;/a:schemeClr&gt;&lt;/a:gs&gt;&lt;a:gs pos=&quot;100000&quot;&gt;&lt;a:schemeClr val=&quot;phClr&quot;&gt;&lt;a:lumMod val=&quot;99000&quot;/&gt;&lt;a:satMod val=&quot;120000&quot;/&gt;&lt;a:shade val=&quot;78000&quot;/&gt;&lt;/a:schemeClr&gt;&lt;/a:gs&gt;&lt;/a:gsLst&gt;&lt;a:lin ang=&quot;5400000&quot; scaled=&quot;0&quot;/&gt;&lt;/a:gradFill&gt;&lt;/a:fillStyleLst&gt;&lt;a:lnStyleLst&gt;&lt;a:ln w=&quot;6350&quot; cap=&quot;flat&quot; cmpd=&quot;sng&quot; algn=&quot;ctr&quot;&gt;&lt;a:solidFill&gt;&lt;a:schemeClr val=&quot;phClr&quot;/&gt;&lt;/a:solidFill&gt;&lt;a:prstDash val=&quot;solid&quot;/&gt;&lt;a:miter lim=&quot;800000&quot;/&gt;&lt;/a:ln&gt;&lt;a:ln w=&quot;12700&quot; cap=&quot;flat&quot; cmpd=&quot;sng&quot; algn=&quot;ctr&quot;&gt;&lt;a:solidFill&gt;&lt;a:schemeClr val=&quot;phClr&quot;/&gt;&lt;/a:solidFill&gt;&lt;a:prstDash val=&quot;solid&quot;/&gt;&lt;a:miter lim=&quot;800000&quot;/&gt;&lt;/a:ln&gt;&lt;a:ln w=&quot;19050&quot; cap=&quot;flat&quot; cmpd=&quot;sng&quot; algn=&quot;ctr&quot;&gt;&lt;a:solidFill&gt;&lt;a:schemeClr val=&quot;phClr&quot;/&gt;&lt;/a:solidFill&gt;&lt;a:prstDash val=&quot;solid&quot;/&gt;&lt;a:miter lim=&quot;800000&quot;/&gt;&lt;/a:ln&gt;&lt;/a:lnStyleLst&gt;&lt;a:effectStyleLst&gt;&lt;a:effectStyle&gt;&lt;a:effectLst/&gt;&lt;/a:effectStyle&gt;&lt;a:effectStyle&gt;&lt;a:effectLst/&gt;&lt;/a:effectStyle&gt;&lt;a:effectStyle&gt;&lt;a:effectLst&gt;&lt;a:outerShdw blurRad=&quot;57150&quot; dist=&quot;19050&quot; dir=&quot;5400000&quot; algn=&quot;ctr&quot; rotWithShape=&quot;0&quot;&gt;&lt;a:srgbClr val=&quot;000000&quot;&gt;&lt;a:alpha val=&quot;63000&quot;/&gt;&lt;/a:srgbClr&gt;&lt;/a:outerShdw&gt;&lt;/a:effectLst&gt;&lt;/a:effectStyle&gt;&lt;/a:effectStyleLst&gt;&lt;a:bgFillStyleLst&gt;&lt;a:solidFill&gt;&lt;a:schemeClr val=&quot;phClr&quot;/&gt;&lt;/a:solidFill&gt;&lt;a:solidFill&gt;&lt;a:schemeClr val=&quot;phClr&quot;&gt;&lt;a:tint val=&quot;95000&quot;/&gt;&lt;a:satMod val=&quot;170000&quot;/&gt;&lt;/a:schemeClr&gt;&lt;/a:solidFill&gt;&lt;a:gradFill rotWithShape=&quot;1&quot;&gt;&lt;a:gsLst&gt;&lt;a:gs pos=&quot;0&quot;&gt;&lt;a:schemeClr val=&quot;phClr&quot;&gt;&lt;a:tint val=&quot;93000&quot;/&gt;&lt;a:satMod val=&quot;150000&quot;/&gt;&lt;a:shade val=&quot;98000&quot;/&gt;&lt;a:lumMod val=&quot;102000&quot;/&gt;&lt;/a:schemeClr&gt;&lt;/a:gs&gt;&lt;a:gs pos=&quot;50000&quot;&gt;&lt;a:schemeClr val=&quot;phClr&quot;&gt;&lt;a:tint val=&quot;98000&quot;/&gt;&lt;a:satMod val=&quot;130000&quot;/&gt;&lt;a:shade val=&quot;90000&quot;/&gt;&lt;a:lumMod val=&quot;103000&quot;/&gt;&lt;/a:schemeClr&gt;&lt;/a:gs&gt;&lt;a:gs pos=&quot;100000&quot;&gt;&lt;a:schemeClr val=&quot;phClr&quot;&gt;&lt;a:shade val=&quot;63000&quot;/&gt;&lt;a:satMod val=&quot;120000&quot;/&gt;&lt;/a:schemeClr&gt;&lt;/a:gs&gt;&lt;/a:gsLst&gt;&lt;a:lin ang=&quot;5400000&quot; scaled=&quot;0&quot;/&gt;&lt;/a:gradFill&gt;&lt;/a:bgFillStyleLst&gt;&lt;/a:fmtScheme&gt;&lt;/a:themeElements&gt;&lt;a:objectDefaults/&gt;&lt;a:extraClrSchemeLst/&gt;&lt;a:extLst&gt;&lt;a:ext uri=&quot;{05A4C25C085E434085A3A5531E510DB2}&quot;&gt;&lt;thm15:themeFamily xmlns:thm15=&quot;http://schemas.microsoft.com/office/thememl/2012/main&quot; name=&quot;Office Theme&quot; id=&quot;{62F939B693AF4DB89C6BD6C7DFDC589F}&quot; vid=&quot;{4A3C46E861CC4603A5897422A47A8E4A}&quot;/&gt;&lt;/a:ext&gt;&lt;/a:extLst&gt;&lt;/a:theme&gt;PK</a:t></a:r><a:endParaRPr lang="en-US" sz="2000" dirty="0"/></a:p><a:p><a:pPr marL="342900" indent="-342900"><a:spcAft><a:spcPts val="1000"/></a:spcAft><a:buSzPct val="100000"/><a:buChar char="&#x2022;"/></a:pPr><a:r><a:rPr lang="en-US" sz="2000" dirty="0"><a:solidFill><a:srgbClr val="000000"/></a:solidFill></a:rPr><a:t>�yP[ON��{{ppt/presentation.xml&lt;?xml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&lt;p:presentation xmlns:a=&quot;http://schemas.openxmlformats.org/drawingml/2006/main&quot; xmlns:r=&quot;http://schemas.openxmlformats.org/officeDocument/2006/relationships&quot; xmlns:p=&quot;http://schemas.openxmlformats.org/presentationml/2006/main&quot;  saveSubsetFonts=&quot;1&quot; autoCompressPictures=&quot;0&quot;&gt;&lt;p:sldMasterIdLst&gt;&lt;p:sldMasterId id=&quot;2147483648&quot; r:id=&quot;rId1&quot;/&gt;&lt;/p:sldMasterIdLst&gt;&lt;p:sldIdLst&gt;&lt;p:sldId id=&quot;256&quot; r:id=&quot;rId2&quot;/&gt;&lt;p:sldId id=&quot;257&quot; r:id=&quot;rId3&quot;/&gt;&lt;p:sldId id=&quot;258&quot; r:id=&quot;rId4&quot;/&gt;&lt;p:sldId id=&quot;259&quot; r:id=&quot;rId5&quot;/&gt;&lt;p:sldId id=&quot;260&quot; r:id=&quot;rId6&quot;/&gt;&lt;p:sldId id=&quot;261&quot; r:id=&quot;rId7&quot;/&gt;&lt;p:sldId id=&quot;262&quot; r:id=&quot;rId8&quot;/&gt;&lt;/p:sldIdLst&gt;&lt;p:notesMasterIdLst&gt;&lt;p:notesMasterId r:id=&quot;rId9&quot;/&gt;&lt;/p:notesMasterIdLst&gt;&lt;p:sldSz cx=&quot;12192000&quot; cy=&quot;6858000&quot;/&gt;&lt;p:notesSz cx=&quot;6858000&quot; cy=&quot;12192000&quot;/&gt;&lt;p:defaultTextStyle&gt;&lt;a:lvl1pPr marL=&quot;0&quot; algn=&quot;l&quot; defTabSz=&quot;914400&quot; rtl=&quot;0&quot; eaLnBrk=&quot;1&quot; latinLnBrk=&quot;0&quot; hangingPunct=&quot;1&quot;&gt;&lt;a:defRPr sz=&quot;1800&quot; kern=&quot;1200&quot;&gt;&lt;a:solidFill&gt;&lt;a:schemeClr val=&quot;tx1&quot;/&gt;&lt;/a:solidFill&gt;&lt;a:latin typeface=&quot;+mnlt&quot;/&gt;&lt;a:ea typeface=&quot;+mnea&quot;/&gt;&lt;a:cs typeface=&quot;+mncs&quot;/&gt;&lt;/a:defRPr&gt;&lt;/a:lvl1pPr&gt;&lt;a:lvl2pPr marL=&quot;457200&quot; algn=&quot;l&quot; defTabSz=&quot;914400&quot; rtl=&quot;0&quot; eaLnBrk=&quot;1&quot; latinLnBrk=&quot;0&quot; hangingPunct=&quot;1&quot;&gt;&lt;a:defRPr sz=&quot;1800&quot; kern=&quot;1200&quot;&gt;&lt;a:solidFill&gt;&lt;a:schemeClr val=&quot;tx1&quot;/&gt;&lt;/a:solidFill&gt;&lt;a:latin typeface=&quot;+mnlt&quot;/&gt;&lt;a:ea typeface=&quot;+mnea&quot;/&gt;&lt;a:cs typeface=&quot;+mncs&quot;/&gt;&lt;/a:defRPr&gt;&lt;/a:lvl2pPr&gt;&lt;a:lvl3pPr marL=&quot;914400&quot; algn=&quot;l&quot; defTabSz=&quot;914400&quot; rtl=&quot;0&quot; eaLnBrk=&quot;1&quot; latinLnBrk=&quot;0&quot; hangingPunct=&quot;1&quot;&gt;&lt;a:defRPr sz=&quot;1800&quot; kern=&quot;1200&quot;&gt;&lt;a:solidFill&gt;&lt;a:schemeClr val=&quot;tx1&quot;/&gt;&lt;/a:solidFill&gt;&lt;a:latin typeface=&quot;+mnlt&quot;/&gt;&lt;a:ea typeface=&quot;+mnea&quot;/&gt;&lt;a:cs typeface=&quot;+mncs&quot;/&gt;&lt;/a:defRPr&gt;&lt;/a:lvl3pPr&gt;&lt;a:lvl4pPr marL=&quot;1371600&quot; algn=&quot;l&quot; defTabSz=&quot;914400&quot; rtl=&quot;0&quot; eaLnBrk=&quot;1&quot; latinLnBrk=&quot;0&quot; hangingPunct=&quot;1&quot;&gt;&lt;a:defRPr sz=&quot;1800&quot; kern=&quot;1200&quot;&gt;&lt;a:solidFill&gt;&lt;a:schemeClr val=&quot;tx1&quot;/&gt;&lt;/a:solidFill&gt;&lt;a:latin typeface=&quot;+mnlt&quot;/&gt;&lt;a:ea typeface=&quot;+mnea&quot;/&gt;&lt;a:cs typeface=&quot;+mncs&quot;/&gt;&lt;/a:defRPr&gt;&lt;/a:lvl4pPr&gt;&lt;a:lvl5pPr marL=&quot;1828800&quot; algn=&quot;l&quot; defTabSz=&quot;914400&quot; rtl=&quot;0&quot; eaLnBrk=&quot;1&quot; latinLnBrk=&quot;0&quot; hangingPunct=&quot;1&quot;&gt;&lt;a:defRPr sz=&quot;1800&quot; kern=&quot;1200&quot;&gt;&lt;a:solidFill&gt;&lt;a:schemeClr val=&quot;tx1&quot;/&gt;&lt;/a:solidFill&gt;&lt;a:latin typeface=&quot;+mnlt&quot;/&gt;&lt;a:ea typeface=&quot;+mnea&quot;/&gt;&lt;a:cs typeface=&quot;+mncs&quot;/&gt;&lt;/a:defRPr&gt;&lt;/a:lvl5pPr&gt;&lt;a:lvl6pPr marL=&quot;2286000&quot; algn=&quot;l&quot; defTabSz=&quot;914400&quot; rtl=&quot;0&quot; eaLnBrk=&quot;1&quot; latinLnBrk=&quot;0&quot; hangingPunct=&quot;1&quot;&gt;&lt;a:defRPr sz=&quot;1800&quot; kern=&quot;1200&quot;&gt;&lt;a:solidFill&gt;&lt;a:schemeClr val=&quot;tx1&quot;/&gt;&lt;/a:solidFill&gt;&lt;a:latin typeface=&quot;+mnlt&quot;/&gt;&lt;a:ea typeface=&quot;+mnea&quot;/&gt;&lt;a:cs typeface=&quot;+mncs&quot;/&gt;&lt;/a:defRPr&gt;&lt;/a:lvl6pPr&gt;&lt;a:lvl7pPr marL=&quot;2743200&quot; algn=&quot;l&quot; defTabSz=&quot;914400&quot; rtl=&quot;0&quot; eaLnBrk=&quot;1&quot; latinLnBrk=&quot;0&quot; hangingPunct=&quot;1&quot;&gt;&lt;a:defRPr sz=&quot;1800&quot; kern=&quot;1200&quot;&gt;&lt;a:solidFill&gt;&lt;a:schemeClr val=&quot;tx1&quot;/&gt;&lt;/a:solidFill&gt;&lt;a:latin typeface=&quot;+mnlt&quot;/&gt;&lt;a:ea typeface=&quot;+mnea&quot;/&gt;&lt;a:cs typeface=&quot;+mncs&quot;/&gt;&lt;/a:defRPr&gt;&lt;/a:lvl7pPr&gt;&lt;a:lvl8pPr marL=&quot;3200400&quot; algn=&quot;l&quot; defTabSz=&quot;914400&quot; rtl=&quot;0&quot; eaLnBrk=&quot;1&quot; latinLnBrk=&quot;0&quot; hangingPunct=&quot;1&quot;&gt;&lt;a:defRPr sz=&quot;1800&quot; kern=&quot;1200&quot;&gt;&lt;a:solidFill&gt;&lt;a:schemeClr val=&quot;tx1&quot;/&gt;&lt;/a:solidFill&gt;&lt;a:latin typeface=&quot;+mnlt&quot;/&gt;&lt;a:ea typeface=&quot;+mnea&quot;/&gt;&lt;a:cs typeface=&quot;+mncs&quot;/&gt;&lt;/a:defRPr&gt;&lt;/a:lvl8pPr&gt;&lt;a:lvl9pPr marL=&quot;3657600&quot; algn=&quot;l&quot; defTabSz=&quot;914400&quot; rtl=&quot;0&quot; eaLnBrk=&quot;1&quot; latinLnBrk=&quot;0&quot; hangingPunct=&quot;1&quot;&gt;&lt;a:defRPr sz=&quot;1800&quot; kern=&quot;1200&quot;&gt;&lt;a:solidFill&gt;&lt;a:schemeClr val=&quot;tx1&quot;/&gt;&lt;/a:solidFill&gt;&lt;a:latin typeface=&quot;+mnlt&quot;/&gt;&lt;a:ea typeface=&quot;+mnea&quot;/&gt;&lt;a:cs typeface=&quot;+mncs&quot;/&gt;&lt;/a:defRPr&gt;&lt;/a:lvl9pPr&gt;&lt;/p:defaultTextStyle&gt;&lt;/p:presentation&gt;PK</a:t></a:r><a:endParaRPr lang="en-US" sz="2000" dirty="0"/></a:p><a:p><a:pPr marL="342900" indent="-342900"><a:spcAft><a:spcPts val="1000"/></a:spcAft><a:buSzPct val="100000"/><a:buChar char="&#x2022;"/></a:pPr><a:r><a:rPr lang="en-US" sz="2000" dirty="0"><a:solidFill><a:srgbClr val="000000"/></a:solidFill></a:rPr><a:t>�yP[X���ppt/presProps.xml&lt;?xml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&lt;p:presentationPr xmlns:a=&quot;http://schemas.openxmlformats.org/drawingml/2006/main&quot; xmlns:r=&quot;http://schemas.openxmlformats.org/officeDocument/2006/relationships&quot; xmlns:p=&quot;http://schemas.openxmlformats.org/presentationml/2006/main&quot;/&gt;PK</a:t></a:r><a:endParaRPr lang="en-US" sz="2000" dirty="0"/></a:p><a:p><a:pPr marL="342900" indent="-342900"><a:spcAft><a:spcPts val="1000"/></a:spcAft><a:buSzPct val="100000"/><a:buChar char="&#x2022;"/></a:pPr><a:r><a:rPr lang="en-US" sz="2000" dirty="0"><a:solidFill><a:srgbClr val="000000"/></a:solidFill></a:rPr><a:t>�yP[����ppt/tableStyles.xml&lt;?xml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&lt;a:tblStyleLst xmlns:a=&quot;http://schemas.openxmlformats.org/drawingml/2006/main&quot; def=&quot;{5C22544A7EE64342B04885BDC9FD1C3A}&quot;/&gt;PK</a:t></a:r><a:endParaRPr lang="en-US" sz="2000" dirty="0"/></a:p><a:p><a:pPr marL="342900" indent="-342900"><a:spcAft><a:spcPts val="1000"/></a:spcAft><a:buSzPct val="100000"/><a:buChar char="&#x2022;"/></a:pPr><a:r><a:rPr lang="en-US" sz="2000" dirty="0"><a:solidFill><a:srgbClr val="000000"/></a:solidFill></a:rPr><a:t>�yP[D</a:t></a:r><a:endParaRPr lang="en-US" sz="2000" dirty="0"/></a:p><a:p><a:pPr marL="342900" indent="-342900"><a:spcAft><a:spcPts val="1000"/></a:spcAft><a:buSzPct val="100000"/><a:buChar char="&#x2022;"/></a:pPr><a:r><a:rPr lang="en-US" sz="2000" dirty="0"><a:solidFill><a:srgbClr val="000000"/></a:solidFill></a:rPr><a:t>&gt;00ppt/viewProps.xml&lt;?xml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&lt;p:viewPr xmlns:a=&quot;http://schemas.openxmlformats.org/drawingml/2006/main&quot; xmlns:r=&quot;http://schemas.openxmlformats.org/officeDocument/2006/relationships&quot; xmlns:p=&quot;http://schemas.openxmlformats.org/presentationml/2006/main&quot;&gt;&lt;p:normalViewPr horzBarState=&quot;maximized&quot;&gt;&lt;p:restoredLeft sz=&quot;15611&quot;/&gt;&lt;p:restoredTop sz=&quot;94610&quot;/&gt;&lt;/p:normalViewPr&gt;&lt;p:slideViewPr&gt;&lt;p:cSldViewPr snapToGrid=&quot;0&quot; snapToObjects=&quot;1&quot;&gt;&lt;p:cViewPr varScale=&quot;1&quot;&gt;&lt;p:scale&gt;&lt;a:sx n=&quot;136&quot; d=&quot;100&quot;/&gt;&lt;a:sy n=&quot;136&quot; d=&quot;100&quot;/&gt;&lt;/p:scale&gt;&lt;p:origin x=&quot;216&quot; y=&quot;312&quot;/&gt;&lt;/p:cViewPr&gt;&lt;p:guideLst/&gt;&lt;/p:cSldViewPr&gt;&lt;/p:slideViewPr&gt;&lt;p:notesTextViewPr&gt;&lt;p:cViewPr&gt;&lt;p:scale&gt;&lt;a:sx n=&quot;1&quot; d=&quot;1&quot;/&gt;&lt;a:sy n=&quot;1&quot; d=&quot;1&quot;/&gt;&lt;/p:scale&gt;&lt;p:origin x=&quot;0&quot; y=&quot;0&quot;/&gt;&lt;/p:cViewPr&gt;&lt;/p:notesTextViewPr&gt;&lt;p:gridSpacing cx=&quot;76200&quot; cy=&quot;76200&quot;/&gt;&lt;/p:viewPr&gt;PK</a:t></a:r><a:endParaRPr lang="en-US" sz="2000" dirty="0"/></a:p><a:p><a:pPr marL="342900" indent="-342900"><a:spcAft><a:spcPts val="1000"/></a:spcAft><a:buSzPct val="100000"/><a:buChar char="&#x2022;"/></a:pPr><a:r><a:rPr lang="en-US" sz="2000" dirty="0"><a:solidFill><a:srgbClr val="000000"/></a:solidFill></a:rPr><a:t>�yP[H7�t��!ppt/slideLayouts/slideLayout1.xml&lt;?xml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&lt;p:sldLayout xmlns:a=&quot;http://schemas.openxmlformats.org/drawingml/2006/main&quot; xmlns:r=&quot;http://schemas.openxmlformats.org/officeDocument/2006/relationships&quot; xmlns:p=&quot;http://schemas.openxmlformats.org/presentationml/2006/main&quot; preserve=&quot;1&quot;&gt;</a:t></a:r><a:endParaRPr lang="en-US" sz="2000" dirty="0"/></a:p><a:p><a:pPr marL="342900" indent="-342900"><a:spcAft><a:spcPts val="1000"/></a:spcAft><a:buSzPct val="100000"/><a:buChar char="&#x2022;"/></a:pPr><a:r><a:rPr lang="en-US" sz="2000" dirty="0"><a:solidFill><a:srgbClr val="000000"/></a:solidFill></a:rPr><a:t>&lt;p:cSld name=&quot;DEFAULT&quot;&gt;&lt;p:bg&gt;&lt;p:bgRef idx=&quot;1001&quot;&gt;&lt;a:schemeClr val=&quot;bg1&quot;/&gt;&lt;/p:bgRef&gt;&lt;/p:bg&gt;&lt;p:spTree&gt;&lt;p:nvGrpSpPr&gt;&lt;p:cNvPr id=&quot;1&quot; name=&quot;&quot;/&gt;&lt;p:cNvGrpSpPr/&gt;&lt;p:nvPr/&gt;&lt;/p:nvGrpSpPr&gt;&lt;p:grpSpPr&gt;&lt;a:xfrm&gt;&lt;a:off x=&quot;0&quot; y=&quot;0&quot;/&gt;&lt;a:ext cx=&quot;0&quot; cy=&quot;0&quot;/&gt;&lt;a:chOff x=&quot;0&quot; y=&quot;0&quot;/&gt;&lt;a:chExt cx=&quot;0&quot; cy=&quot;0&quot;/&gt;&lt;/a:xfrm&gt;&lt;/p:grpSpPr&gt;&lt;/p:spTree&gt;&lt;/p:cSld&gt;</a:t></a:r><a:endParaRPr lang="en-US" sz="2000" dirty="0"/></a:p><a:p><a:pPr marL="342900" indent="-342900"><a:spcAft><a:spcPts val="1000"/></a:spcAft><a:buSzPct val="100000"/><a:buChar char="&#x2022;"/></a:pPr><a:r><a:rPr lang="en-US" sz="2000" dirty="0"><a:solidFill><a:srgbClr val="000000"/></a:solidFill></a:rPr><a:t>&lt;p:clrMapOvr&gt;&lt;a:masterClrMapping/&gt;&lt;/p:clrMapOvr&gt;&lt;/p:sldLayout&gt;PK</a:t></a:r><a:endParaRPr lang="en-US" sz="2000" dirty="0"/></a:p><a:p><a:pPr marL="342900" indent="-342900"><a:spcAft><a:spcPts val="1000"/></a:spcAft><a:buSzPct val="100000"/><a:buChar char="&#x2022;"/></a:pPr><a:r><a:rPr lang="en-US" sz="2000" dirty="0"><a:solidFill><a:srgbClr val="000000"/></a:solidFill></a:rPr><a:t>�yP[�ђ�77,ppt/slideLayouts/_rels/slideLayout1.xml.rels&lt;?xml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xmlns=&quot;http://schemas.openxmlformats.org/package/2006/relationships&quot;&gt;&lt;Relationship Id=&quot;rId1&quot; Type=&quot;http://schemas.openxmlformats.org/officeDocument/2006/relationships/slideMaster&quot; Target=&quot;../slideMasters/slideMaster1.xml&quot;/&gt;&lt;/Relationships&gt;PK</a:t></a:r><a:endParaRPr lang="en-US" sz="2000" dirty="0"/></a:p><a:p><a:pPr marL="342900" indent="-342900"><a:spcAft><a:spcPts val="1000"/></a:spcAft><a:buSzPct val="100000"/><a:buChar char="&#x2022;"/></a:pPr><a:r><a:rPr lang="en-US" sz="2000" dirty="0"><a:solidFill><a:srgbClr val="000000"/></a:solidFill></a:rPr><a:t>�yP[cG&quot;ss!ppt/slideLayouts/slideLayout2.xml&lt;?xml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&lt;p:sldLayout xmlns:a=&quot;http://schemas.openxmlformats.org/drawingml/2006/main&quot; xmlns:r=&quot;http://schemas.openxmlformats.org/officeDocument/2006/relationships&quot; xmlns:p=&quot;http://schemas.openxmlformats.org/presentationml/2006/main&quot; preserve=&quot;1&quot;&gt;</a:t></a:r><a:endParaRPr lang="en-US" sz="2000" dirty="0"/></a:p><a:p><a:pPr marL="342900" indent="-342900"><a:spcAft><a:spcPts val="1000"/></a:spcAft><a:buSzPct val="100000"/><a:buChar char="&#x2022;"/></a:pPr><a:r><a:rPr lang="en-US" sz="2000" dirty="0"><a:solidFill><a:srgbClr val="000000"/></a:solidFill></a:rPr><a:t>&lt;p:cSld name=&quot;MASTER_SLIDE&quot;&gt;&lt;p:bg&gt;&lt;p:bgPr&gt;&lt;a:solidFill&gt;&lt;a:srgbClr val=&quot;FFFFFF&quot;/&gt;&lt;/a:solidFill&gt;&lt;/p:bgPr&gt;&lt;/p:bg&gt;&lt;p:spTree&gt;&lt;p:nvGrpSpPr&gt;&lt;p:cNvPr id=&quot;1&quot; name=&quot;&quot;/&gt;&lt;p:cNvGrpSpPr/&gt;&lt;p:nvPr/&gt;&lt;/p:nvGrpSpPr&gt;&lt;p:grpSpPr&gt;&lt;a:xfrm&gt;&lt;a:off x=&quot;0&quot; y=&quot;0&quot;/&gt;&lt;a:ext cx=&quot;0&quot; cy=&quot;0&quot;/&gt;&lt;a:chOff x=&quot;0&quot; y=&quot;0&quot;/&gt;&lt;a:chExt cx=&quot;0&quot; cy=&quot;0&quot;/&gt;&lt;/a:xfrm&gt;&lt;/p:grpSpPr&gt;&lt;p:sp&gt;&lt;p:nvSpPr&gt;&lt;p:cNvPr id=&quot;2&quot; name=&quot;Shape 0&quot;&gt;&lt;/p:cNvPr&gt;&lt;p:cNvSpPr/&gt;&lt;p:nvPr&gt;&lt;/p:nvPr&gt;&lt;/p:nvSpPr&gt;&lt;p:spPr&gt;&lt;a:xfrm&gt;&lt;a:off x=&quot;0&quot; y=&quot;6309360&quot;/&gt;&lt;a:ext cx=&quot;12192000&quot; cy=&quot;685800&quot;/&gt;&lt;/a:xfrm&gt;&lt;a:prstGeom prst=&quot;rect&quot;&gt;&lt;a:avLst&gt;&lt;/a:avLst&gt;&lt;/a:prstGeom&gt;&lt;a:solidFill&gt;&lt;a:srgbClr val=&quot;0072C6&quot;/&gt;&lt;/a:solidFill&gt;&lt;a:ln&gt;&lt;/a:ln&gt;&lt;/p:spPr&gt;&lt;/p:sp&gt;&lt;p:sp&gt;&lt;p:nvSpPr&gt;&lt;p:cNvPr id=&quot;3&quot; name=&quot;Text 1&quot;&gt;&lt;/p:cNvPr&gt;&lt;p:cNvSpPr/&gt;&lt;p:nvPr&gt;&lt;/p:nvPr&gt;&lt;/p:nvSpPr&gt;&lt;p:spPr&gt;&lt;a:xfrm&gt;&lt;a:off x=&quot;457200&quot; y=&quot;6377940&quot;/&gt;&lt;a:ext cx=&quot;10972800&quot; cy=&quot;0&quot;/&gt;&lt;/a:xfrm&gt;&lt;a:prstGeom prst=&quot;rect&quot;&gt;&lt;a:avLst&gt;&lt;/a:avLst&gt;&lt;/a:prstGeom&gt;&lt;a:noFill/&gt;&lt;a:ln&gt;&lt;/a:ln&gt;&lt;/p:spPr&gt;&lt;p:txBody&gt;&lt;a:bodyPr wrap=&quot;square&quot; rtlCol=&quot;0&quot; anchor=&quot;ctr&quot;&gt;&lt;/a:bodyPr&gt;&lt;a:lstStyle/&gt;&lt;a:p&gt;&lt;a:pPr algn=&quot;r&quot; indent=&quot;0&quot; marL=&quot;0&quot;&gt;&lt;a:buNone/&gt;&lt;/a:pPr&gt;&lt;a:r&gt;&lt;a:rPr lang=&quot;enUS&quot; sz=&quot;1000&quot; dirty=&quot;0&quot;&gt;&lt;a:solidFill&gt;&lt;a:srgbClr val=&quot;FFFFFF&quot;/&gt;&lt;/a:solidFill&gt;&lt;/a:rPr&gt;&lt;a:t&gt;Project Triangle ©&lt;/a:t&gt;&lt;/a:r&gt;&lt;a:endParaRPr lang=&quot;enUS&quot; sz=&quot;1000&quot; dirty=&quot;0&quot;/&gt;&lt;/a:p&gt;&lt;/p:txBody&gt;&lt;/p:sp&gt;&lt;/p:spTree&gt;&lt;/p:cSld&gt;</a:t></a:r><a:endParaRPr lang="en-US" sz="2000" dirty="0"/></a:p><a:p><a:pPr marL="342900" indent="-342900"><a:spcAft><a:spcPts val="1000"/></a:spcAft><a:buSzPct val="100000"/><a:buChar char="&#x2022;"/></a:pPr><a:r><a:rPr lang="en-US" sz="2000" dirty="0"><a:solidFill><a:srgbClr val="000000"/></a:solidFill></a:rPr><a:t>&lt;p:clrMapOvr&gt;&lt;a:masterClrMapping/&gt;&lt;/p:clrMapOvr&gt;&lt;/p:sldLayout&gt;PK</a:t></a:r><a:endParaRPr lang="en-US" sz="2000" dirty="0"/></a:p><a:p><a:pPr marL="342900" indent="-342900"><a:spcAft><a:spcPts val="1000"/></a:spcAft><a:buSzPct val="100000"/><a:buChar char="&#x2022;"/></a:pPr><a:r><a:rPr lang="en-US" sz="2000" dirty="0"><a:solidFill><a:srgbClr val="000000"/></a:solidFill></a:rPr><a:t>�yP[�ђ�77,ppt/slideLayouts/_rels/slideLayout2.xml.rels&lt;?xml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xmlns=&quot;http://schemas.openxmlformats.org/package/2006/relationships&quot;&gt;&lt;Relationship Id=&quot;rId1&quot; Type=&quot;http://schemas.openxmlformats.org/officeDocument/2006/relationships/slideMaster&quot; Target=&quot;../slideMasters/slideMaster1.xml&quot;/&gt;&lt;/Relationships&gt;PK</a:t></a:r><a:endParaRPr lang="en-US" sz="2000" dirty="0"/></a:p><a:p><a:pPr marL="342900" indent="-342900"><a:spcAft><a:spcPts val="1000"/></a:spcAft><a:buSzPct val="100000"/><a:buChar char="&#x2022;"/></a:pPr><a:r><a:rPr lang="en-US" sz="2000" dirty="0"><a:solidFill><a:srgbClr val="000000"/></a:solidFill></a:rPr><a:t>�yP[�����ppt/slides/slide1.xml&lt;?xml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&lt;p:sld xmlns:a=&quot;http://schemas.openxmlformats.org/drawingml/2006/main&quot; xmlns:r=&quot;http://schemas.openxmlformats.org/officeDocument/2006/relationships&quot; xmlns:p=&quot;http://schemas.openxmlformats.org/presentationml/2006/main&quot;&gt;&lt;p:cSld name=&quot;Slide 1&quot;&gt;&lt;p:spTree&gt;&lt;p:nvGrpSpPr&gt;&lt;p:cNvPr id=&quot;1&quot; name=&quot;&quot;/&gt;&lt;p:cNvGrpSpPr/&gt;&lt;p:nvPr/&gt;&lt;/p:nvGrpSpPr&gt;&lt;p:grpSpPr&gt;&lt;a:xfrm&gt;&lt;a:off x=&quot;0&quot; y=&quot;0&quot;/&gt;&lt;a:ext cx=&quot;0&quot; cy=&quot;0&quot;/&gt;&lt;a:chOff x=&quot;0&quot; y=&quot;0&quot;/&gt;&lt;a:chExt cx=&quot;0&quot; cy=&quot;0&quot;/&gt;&lt;/a:xfrm&gt;&lt;/p:grpSpPr&gt;&lt;p:sp&gt;&lt;p:nvSpPr&gt;&lt;p:cNvPr id=&quot;2&quot; name=&quot;Text 0&quot;&gt;&lt;/p:cNvPr&gt;&lt;p:cNvSpPr/&gt;&lt;p:nvPr&gt;&lt;/p:nvPr&gt;&lt;/p:nvSpPr&gt;&lt;p:spPr&gt;&lt;a:xfrm&gt;&lt;a:off x=&quot;457200&quot; y=&quot;228600&quot;/&gt;&lt;a:ext cx=&quot;10972800&quot; cy=&quot;914400&quot;/&gt;&lt;/a:xfrm&gt;&lt;a:prstGeom prst=&quot;rect&quot;&gt;&lt;a:avLst&gt;&lt;/a:avLst&gt;&lt;/a:prstGeom&gt;&lt;a:noFill/&gt;&lt;a:ln&gt;&lt;/a:ln&gt;&lt;/p:spPr&gt;&lt;p:txBody&gt;&lt;a:bodyPr wrap=&quot;square&quot; rtlCol=&quot;0&quot; anchor=&quot;ctr&quot;&gt;&lt;/a:bodyPr&gt;&lt;a:lstStyle/&gt;&lt;a:p&gt;&lt;a:pPr indent=&quot;0&quot; marL=&quot;0&quot;&gt;&lt;a:buNone/&gt;&lt;/a:pPr&gt;&lt;a:r&gt;&lt;a:rPr lang=&quot;enUS&quot; sz=&quot;3200&quot; b=&quot;1&quot; dirty=&quot;0&quot;&gt;&lt;a:solidFill&gt;&lt;a:srgbClr val=&quot;0072C6&quot;/&gt;&lt;/a:solidFill&gt;&lt;/a:rPr&gt;&lt;a:t&gt;Attendance Management System: Effortless Tracking, Powerful Insights.&lt;/a:t&gt;&lt;/a:r&gt;&lt;a:endParaRPr lang=&quot;enUS&quot; sz=&quot;3200&quot; dirty=&quot;0&quot;/&gt;&lt;/a:p&gt;&lt;/p:txBody&gt;&lt;/p:sp&gt;&lt;/p:spTree&gt;&lt;/p:cSld&gt;&lt;p:clrMapOvr&gt;&lt;a:masterClrMapping/&gt;&lt;/p:clrMapOvr&gt;&lt;/p:sld&gt;PK</a:t></a:r><a:endParaRPr lang="en-US" sz="2000" dirty="0"/></a:p><a:p><a:pPr marL="342900" indent="-342900"><a:spcAft><a:spcPts val="1000"/></a:spcAft><a:buSzPct val="100000"/><a:buChar char="&#x2022;"/></a:pPr><a:r><a:rPr lang="en-US" sz="2000" dirty="0"><a:solidFill><a:srgbClr val="000000"/></a:solidFill></a:rPr><a:t>�yP[�P���� ppt/slides/_rels/slide1.xml.rels&lt;?xml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xmlns=&quot;http://schemas.openxmlformats.org/package/2006/relationships&quot;&gt;&lt;Relationship Id=&quot;rId1&quot; Type=&quot;http://schemas.openxmlformats.org/officeDocument/2006/relationships/slideLayout&quot; Target=&quot;../slideLayouts/slideLayout2.xml&quot;/&gt;&lt;Relationship Id=&quot;rId2&quot; Type=&quot;http://schemas.openxmlformats.org/officeDocument/2006/relationships/notesSlide&quot; Target=&quot;../notesSlides/notesSlide1.xml&quot;/&gt;&lt;/Relationships&gt;PK</a:t></a:r><a:endParaRPr lang="en-US" sz="2000" dirty="0"/></a:p><a:p><a:pPr marL="342900" indent="-342900"><a:spcAft><a:spcPts val="1000"/></a:spcAft><a:buSzPct val="100000"/><a:buChar char="&#x2022;"/></a:pPr><a:r><a:rPr lang="en-US" sz="2000" dirty="0"><a:solidFill><a:srgbClr val="000000"/></a:solidFill></a:rPr><a:t>�yP[iI����ppt/notesSlides/notesSlide1.xml&lt;?xml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&lt;p:notes xmlns:a=&quot;http://schemas.openxmlformats.org/drawingml/2006/main&quot; xmlns:r=&quot;http://schemas.openxmlformats.org/officeDocument/2006/relationships&quot; xmlns:p=&quot;http://schemas.openxmlformats.org/presentationml/2006/main&quot;&gt;&lt;p:cSld&gt;&lt;p:spTree&gt;&lt;p:nvGrpSpPr&gt;&lt;p:cNvPr id=&quot;1&quot; name=&quot;&quot;/&gt;&lt;p:cNvGrpSpPr/&gt;&lt;p:nvPr/&gt;&lt;/p:nvGrpSpPr&gt;&lt;p:grpSpPr&gt;&lt;a:xfrm&gt;&lt;a:off x=&quot;0&quot; y=&quot;0&quot;/&gt;&lt;a:ext cx=&quot;0&quot; cy=&quot;0&quot;/&gt;&lt;a:chOff x=&quot;0&quot; y=&quot;0&quot;/&gt;&lt;a:chExt cx=&quot;0&quot; cy=&quot;0&quot;/&gt;&lt;/a:xfrm&gt;&lt;/p:grpSpPr&gt;&lt;p:sp&gt;&lt;p:nvSpPr&gt;&lt;p:cNvPr id=&quot;2&quot; name=&quot;Slide Image Placeholder 1&quot;/&gt;&lt;p:cNvSpPr&gt;&lt;a:spLocks noGrp=&quot;1&quot; noRot=&quot;1&quot; noChangeAspect=&quot;1&quot;/&gt;&lt;/p:cNvSpPr&gt;&lt;p:nvPr&gt;&lt;p:ph type=&quot;sldImg&quot;/&gt;&lt;/p:nvPr&gt;&lt;/p:nvSpPr&gt;&lt;p:spPr/&gt;&lt;/p:sp&gt;&lt;p:sp&gt;&lt;p:nvSpPr&gt;&lt;p:cNvPr id=&quot;3&quot; name=&quot;Notes Placeholder 2&quot;/&gt;&lt;p:cNvSpPr&gt;&lt;a:spLocks noGrp=&quot;1&quot;/&gt;&lt;/p:cNvSpPr&gt;&lt;p:nvPr&gt;&lt;p:ph type=&quot;body&quot; idx=&quot;1&quot;/&gt;&lt;/p:nvPr&gt;&lt;/p:nvSpPr&gt;&lt;p:spPr/&gt;&lt;p:txBody&gt;&lt;a:bodyPr/&gt;&lt;a:lstStyle/&gt;&lt;a:p&gt;&lt;a:r&gt;&lt;a:rPr lang=&quot;enUS&quot; dirty=&quot;0&quot;/&gt;&lt;a:t&gt;&amp;quot;Good morning, everyone. Today, we&amp;apos;re introducing the Attendance Management System, a modern solution designed to transform a tedious, everyday task into a streamlined, datarich process. Our goal is to bring effortless tracking and powerful insights to your fingertips, saving you time and resources.&amp;quot;</a:t></a:r><a:endParaRPr lang="en-US" sz="2000" dirty="0"/></a:p><a:p><a:pPr marL="342900" indent="-342900"><a:spcAft><a:spcPts val="1000"/></a:spcAft><a:buSzPct val="100000"/><a:buChar char="&#x2022;"/></a:pPr><a:r><a:rPr lang="en-US" sz="2000" dirty="0"><a:solidFill><a:srgbClr val="000000"/></a:solidFill></a:rPr><a:t>&lt;/a:t&gt;&lt;/a:r&gt;&lt;a:endParaRPr lang=&quot;enUS&quot; dirty=&quot;0&quot;/&gt;&lt;/a:p&gt;&lt;/p:txBody&gt;&lt;/p:sp&gt;&lt;p:sp&gt;&lt;p:nvSpPr&gt;&lt;p:cNvPr id=&quot;4&quot; name=&quot;Slide Number Placeholder 3&quot;/&gt;&lt;p:cNvSpPr&gt;&lt;a:spLocks noGrp=&quot;1&quot;/&gt;&lt;/p:cNvSpPr&gt;&lt;p:nvPr&gt;&lt;p:ph type=&quot;sldNum&quot; sz=&quot;quarter&quot; idx=&quot;10&quot;/&gt;&lt;/p:nvPr&gt;&lt;/p:nvSpPr&gt;&lt;p:spPr/&gt;&lt;p:txBody&gt;&lt;a:bodyPr/&gt;&lt;a:lstStyle/&gt;&lt;a:p&gt;&lt;a:fld id=&quot;{F702145113874CA6816F3879F97B5CBC}&quot; type=&quot;slidenum&quot;&gt;&lt;a:rPr lang=&quot;enUS&quot;/&gt;&lt;a:t&gt;1&lt;/a:t&gt;&lt;/a:fld&gt;&lt;a:endParaRPr lang=&quot;enUS&quot;/&gt;&lt;/a:p&gt;&lt;/p:txBody&gt;&lt;/p:sp&gt;&lt;/p:spTree&gt;&lt;p:extLst&gt;&lt;p:ext uri=&quot;{BB962C8BB14F4D97AF65F5344CB8AC3E}&quot;&gt;&lt;p14:creationId xmlns:p14=&quot;http://schemas.microsoft.com/office/powerpoint/2010/main&quot; val=&quot;1024086991&quot;/&gt;&lt;/p:ext&gt;&lt;/p:extLst&gt;&lt;/p:cSld&gt;&lt;p:clrMapOvr&gt;&lt;a:masterClrMapping/&gt;&lt;/p:clrMapOvr&gt;&lt;/p:notes&gt;PK</a:t></a:r><a:endParaRPr lang="en-US" sz="2000" dirty="0"/></a:p><a:p><a:pPr marL="342900" indent="-342900"><a:spcAft><a:spcPts val="1000"/></a:spcAft><a:buSzPct val="100000"/><a:buChar char="&#x2022;"/></a:pPr><a:r><a:rPr lang="en-US" sz="2000" dirty="0"><a:solidFill><a:srgbClr val="000000"/></a:solidFill></a:rPr><a:t>�yP[�:A��ppt/notesSlides/_rels/notesSlide1.xml.rels&lt;?xml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a:t></a:r><a:endParaRPr lang="en-US" sz="2000" dirty="0"/></a:p><a:p><a:pPr marL="342900" indent="-342900"><a:spcAft><a:spcPts val="1000"/></a:spcAft><a:buSzPct val="100000"/><a:buChar char="&#x2022;"/></a:pPr><a:r><a:rPr lang="en-US" sz="2000" dirty="0"><a:solidFill><a:srgbClr val="000000"/></a:solidFill></a:rPr><a:t>&lt;Relationship Id=&quot;rId1&quot; Type=&quot;http://schemas.openxmlformats.org/officeDocument/2006/relationships/notesMaster&quot; Target=&quot;../notesMasters/notesMaster1.xml&quot;/&gt;</a:t></a:r><a:endParaRPr lang="en-US" sz="2000" dirty="0"/></a:p><a:p><a:pPr marL="342900" indent="-342900"><a:spcAft><a:spcPts val="1000"/></a:spcAft><a:buSzPct val="100000"/><a:buChar char="&#x2022;"/></a:pPr><a:r><a:rPr lang="en-US" sz="2000" dirty="0"><a:solidFill><a:srgbClr val="000000"/></a:solidFill></a:rPr><a:t>&lt;Relationship Id=&quot;rId2&quot; Type=&quot;http://schemas.openxmlformats.org/officeDocument/2006/relationships/slide&quot; Target=&quot;../slides/slide1.xml&quot;/&gt;</a:t></a:r><a:endParaRPr lang="en-US" sz="2000" dirty="0"/></a:p><a:p><a:pPr marL="342900" indent="-342900"><a:spcAft><a:spcPts val="1000"/></a:spcAft><a:buSzPct val="100000"/><a:buChar char="&#x2022;"/></a:pPr><a:r><a:rPr lang="en-US" sz="2000" dirty="0"><a:solidFill><a:srgbClr val="000000"/></a:solidFill></a:rPr><a:t>&lt;/Relationships&gt;PK</a:t></a:r><a:endParaRPr lang="en-US" sz="2000" dirty="0"/></a:p><a:p><a:pPr marL="342900" indent="-342900"><a:spcAft><a:spcPts val="1000"/></a:spcAft><a:buSzPct val="100000"/><a:buChar char="&#x2022;"/></a:pPr><a:r><a:rPr lang="en-US" sz="2000" dirty="0"><a:solidFill><a:srgbClr val="000000"/></a:solidFill></a:rPr><a:t>�yP[�p��ppt/slides/slide2.xml&lt;?xml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&lt;p:sld xmlns:a=&quot;http://schemas.openxmlformats.org/drawingml/2006/main&quot; xmlns:r=&quot;http://schemas.openxmlformats.org/officeDocument/2006/relationships&quot; xmlns:p=&quot;http://schemas.openxmlformats.org/presentationml/2006/main&quot;&gt;&lt;p:cSld name=&quot;Slide 2&quot;&gt;&lt;p:spTree&gt;&lt;p:nvGrpSpPr&gt;&lt;p:cNvPr id=&quot;1&quot; name=&quot;&quot;/&gt;&lt;p:cNvGrpSpPr/&gt;&lt;p:nvPr/&gt;&lt;/p:nvGrpSpPr&gt;&lt;p:grpSpPr&gt;&lt;a:xfrm&gt;&lt;a:off x=&quot;0&quot; y=&quot;0&quot;/&gt;&lt;a:ext cx=&quot;0&quot; cy=&quot;0&quot;/&gt;&lt;a:chOff x=&quot;0&quot; y=&quot;0&quot;/&gt;&lt;a:chExt cx=&quot;0&quot; cy=&quot;0&quot;/&gt;&lt;/a:xfrm&gt;&lt;/p:grpSpPr&gt;&lt;p:sp&gt;&lt;p:nvSpPr&gt;&lt;p:cNvPr id=&quot;2&quot; name=&quot;Text 0&quot;&gt;&lt;/p:cNvPr&gt;&lt;p:cNvSpPr/&gt;&lt;p:nvPr&gt;&lt;/p:nvPr&gt;&lt;/p:nvSpPr&gt;&lt;p:spPr&gt;&lt;a:xfrm&gt;&lt;a:off x=&quot;457200&quot; y=&quot;228600&quot;/&gt;&lt;a:ext cx=&quot;10972800&quot; cy=&quot;914400&quot;/&gt;&lt;/a:xfrm&gt;&lt;a:prstGeom prst=&quot;rect&quot;&gt;&lt;a:avLst&gt;&lt;/a:avLst&gt;&lt;/a:prstGeom&gt;&lt;a:noFill/&gt;&lt;a:ln&gt;&lt;/a:ln&gt;&lt;/p:spPr&gt;&lt;p:txBody&gt;&lt;a:bodyPr wrap=&quot;square&quot; rtlCol=&quot;0&quot; anchor=&quot;ctr&quot;&gt;&lt;/a:bodyPr&gt;&lt;a:lstStyle/&gt;&lt;a:p&gt;&lt;a:pPr indent=&quot;0&quot; marL=&quot;0&quot;&gt;&lt;a:buNone/&gt;&lt;/a:pPr&gt;&lt;a:r&gt;&lt;a:rPr lang=&quot;enUS&quot; sz=&quot;3200&quot; b=&quot;1&quot; dirty=&quot;0&quot;&gt;&lt;a:solidFill&gt;&lt;a:srgbClr val=&quot;363636&quot;/&gt;&lt;/a:solidFill&gt;&lt;/a:rPr&gt;&lt;a:t&gt;The Problem: The Hidden Costs of Manual Tracking&lt;/a:t&gt;&lt;/a:r&gt;&lt;a:endParaRPr lang=&quot;enUS&quot; sz=&quot;3200&quot; dirty=&quot;0&quot;/&gt;&lt;/a:p&gt;&lt;/p:txBody&gt;&lt;/p:sp&gt;&lt;p:sp&gt;&lt;p:nvSpPr&gt;&lt;p:cNvPr id=&quot;3&quot; name=&quot;Text 1&quot;&gt;&lt;/p:cNvPr&gt;&lt;p:cNvSpPr/&gt;&lt;p:nvPr&gt;&lt;/p:nvPr&gt;&lt;/p:nvSpPr&gt;&lt;p:spPr&gt;&lt;a:xfrm&gt;&lt;a:off x=&quot;457200&quot; y=&quot;1371600&quot;/&gt;&lt;a:ext cx=&quot;10972800&quot; cy=&quot;5143500&quot;/&gt;&lt;/a:xfrm&gt;&lt;a:prstGeom prst=&quot;rect&quot;&gt;&lt;a:avLst&gt;&lt;/a:avLst&gt;&lt;/a:prstGeom&gt;&lt;a:noFill/&gt;&lt;a:ln&gt;&lt;/a:ln&gt;&lt;/p:spPr&gt;&lt;p:txBody&gt;&lt;a:bodyPr wrap=&quot;square&quot; rtlCol=&quot;0&quot; anchor=&quot;ctr&quot;&gt;&lt;/a:bodyPr&gt;&lt;a:lstStyle/&gt;&lt;a:p&gt;&lt;a:pPr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val=&quot;000000&quot;/&gt;&lt;/a:solidFill&gt;&lt;/a:rPr&gt;&lt;a:t&gt;TimeConsuming &amp;amp; Inefficient: Manual entry and compilation of attendance records consume valuable administrative hours every single day.&lt;/a:t&gt;&lt;/a:r&gt;&lt;a:endParaRPr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val=&quot;000000&quot;/&gt;&lt;/a:solidFill&gt;&lt;/a:rPr&gt;&lt;a:t&gt;Prone to Human Error: Paperbased or spreadsheet systems are susceptible to mistakes, leading to inaccurate records and payroll disputes.&lt;/a:t&gt;&lt;/a:r&gt;&lt;a:endParaRPr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val=&quot;000000&quot;/&gt;&lt;/a:solidFill&gt;&lt;/a:rPr&gt;&lt;a:t&gt;Lack of RealTime Visibility: Managers and administrators can&amp;apos;t get an immediate overview of attendance, delaying responses to absenteeism.&lt;/a:t&gt;&lt;/a:r&gt;&lt;a:endParaRPr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val=&quot;000000&quot;/&gt;&lt;/a:solidFill&gt;&lt;/a:rPr&gt;&lt;a:t&gt;Insecure Data &amp;amp; Difficult Reporting: Physical records are easily lost or damaged, and generating analytical reports is a complex, manual task.&lt;/a:t&gt;&lt;/a:r&gt;&lt;a:endParaRPr lang=&quot;enUS&quot; sz=&quot;2000&quot; dirty=&quot;0&quot;/&gt;&lt;/a:p&gt;&lt;/p:txBody&gt;&lt;/p:sp&gt;&lt;/p:spTree&gt;&lt;/p:cSld&gt;&lt;p:clrMapOvr&gt;&lt;a:masterClrMapping/&gt;&lt;/p:clrMapOvr&gt;&lt;/p:sld&gt;PK</a:t></a:r><a:endParaRPr lang="en-US" sz="2000" dirty="0"/></a:p><a:p><a:pPr marL="342900" indent="-342900"><a:spcAft><a:spcPts val="1000"/></a:spcAft><a:buSzPct val="100000"/><a:buChar char="&#x2022;"/></a:pPr><a:r><a:rPr lang="en-US" sz="2000" dirty="0"><a:solidFill><a:srgbClr val="000000"/></a:solidFill></a:rPr><a:t>�yP[������ ppt/slides/_rels/slide2.xml.rels&lt;?xml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xmlns=&quot;http://schemas.openxmlformats.org/package/2006/relationships&quot;&gt;&lt;Relationship Id=&quot;rId1&quot; Type=&quot;http://schemas.openxmlformats.org/officeDocument/2006/relationships/slideLayout&quot; Target=&quot;../slideLayouts/slideLayout2.xml&quot;/&gt;&lt;Relationship Id=&quot;rId2&quot; Type=&quot;http://schemas.openxmlformats.org/officeDocument/2006/relationships/notesSlide&quot; Target=&quot;../notesSlides/notesSlide2.xml&quot;/&gt;&lt;/Relationships&gt;PK</a:t></a:r><a:endParaRPr lang="en-US" sz="2000" dirty="0"/></a:p><a:p><a:pPr marL="342900" indent="-342900"><a:spcAft><a:spcPts val="1000"/></a:spcAft><a:buSzPct val="100000"/><a:buChar char="&#x2022;"/></a:pPr><a:r><a:rPr lang="en-US" sz="2000" dirty="0"><a:solidFill><a:srgbClr val="000000"/></a:solidFill></a:rPr><a:t>�yP[������ppt/notesSlides/notesSlide2.xml&lt;?xml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&lt;p:notes xmlns:a=&quot;http://schemas.openxmlformats.org/drawingml/2006/main&quot; xmlns:r=&quot;http://schemas.openxmlformats.org/officeDocument/2006/relationships&quot; xmlns:p=&quot;http://schemas.openxmlformats.org/presentationml/2006/main&quot;&gt;&lt;p:cSld&gt;&lt;p:spTree&gt;&lt;p:nvGrpSpPr&gt;&lt;p:cNvPr id=&quot;1&quot; name=&quot;&quot;/&gt;&lt;p:cNvGrpSpPr/&gt;&lt;p:nvPr/&gt;&lt;/p:nvGrpSpPr&gt;&lt;p:grpSpPr&gt;&lt;a:xfrm&gt;&lt;a:off x=&quot;0&quot; y=&quot;0&quot;/&gt;&lt;a:ext cx=&quot;0&quot; cy=&quot;0&quot;/&gt;&lt;a:chOff x=&quot;0&quot; y=&quot;0&quot;/&gt;&lt;a:chExt cx=&quot;0&quot; cy=&quot;0&quot;/&gt;&lt;/a:xfrm&gt;&lt;/p:grpSpPr&gt;&lt;p:sp&gt;&lt;p:nvSpPr&gt;&lt;p:cNvPr id=&quot;2&quot; name=&quot;Slide Image Placeholder 1&quot;/&gt;&lt;p:cNvSpPr&gt;&lt;a:spLocks noGrp=&quot;1&quot; noRot=&quot;1&quot; noChangeAspect=&quot;1&quot;/&gt;&lt;/p:cNvSpPr&gt;&lt;p:nvPr&gt;&lt;p:ph type=&quot;sldImg&quot;/&gt;&lt;/p:nvPr&gt;&lt;/p:nvSpPr&gt;&lt;p:spPr/&gt;&lt;/p:sp&gt;&lt;p:sp&gt;&lt;p:nvSpPr&gt;&lt;p:cNvPr id=&quot;3&quot; name=&quot;Notes Placeholder 2&quot;/&gt;&lt;p:cNvSpPr&gt;&lt;a:spLocks noGrp=&quot;1&quot;/&gt;&lt;/p:cNvSpPr&gt;&lt;p:nvPr&gt;&lt;p:ph type=&quot;body&quot; idx=&quot;1&quot;/&gt;&lt;/p:nvPr&gt;&lt;/p:nvSpPr&gt;&lt;p:spPr/&gt;&lt;p:txBody&gt;&lt;a:bodyPr/&gt;&lt;a:lstStyle/&gt;&lt;a:p&gt;&lt;a:r&gt;&lt;a:rPr lang=&quot;enUS&quot; dirty=&quot;0&quot;/&gt;&lt;a:t&gt;&amp;quot;The traditional methods of tracking attendance are broken. They are a significant drain on resources, consuming hours of administrative time that could be better spent elsewhere. These manual systems are not only inefficient but are also highly prone to human error, which can lead to payroll inaccuracies and compliance issues. Furthermore, you lack realtime visibility, making it impossible to act quickly on attendance trends. And finally, securing this data and generating meaningful reports is a constant challenge.&amp;quot;</a:t></a:r><a:endParaRPr lang="en-US" sz="2000" dirty="0"/></a:p><a:p><a:pPr marL="342900" indent="-342900"><a:spcAft><a:spcPts val="1000"/></a:spcAft><a:buSzPct val="100000"/><a:buChar char="&#x2022;"/></a:pPr><a:r><a:rPr lang="en-US" sz="2000" dirty="0"><a:solidFill><a:srgbClr val="000000"/></a:solidFill></a:rPr><a:t>&lt;/a:t&gt;&lt;/a:r&gt;&lt;a:endParaRPr lang=&quot;enUS&quot; dirty=&quot;0&quot;/&gt;&lt;/a:p&gt;&lt;/p:txBody&gt;&lt;/p:sp&gt;&lt;p:sp&gt;&lt;p:nvSpPr&gt;&lt;p:cNvPr id=&quot;4&quot; name=&quot;Slide Number Placeholder 3&quot;/&gt;&lt;p:cNvSpPr&gt;&lt;a:spLocks noGrp=&quot;1&quot;/&gt;&lt;/p:cNvSpPr&gt;&lt;p:nvPr&gt;&lt;p:ph type=&quot;sldNum&quot; sz=&quot;quarter&quot; idx=&quot;10&quot;/&gt;&lt;/p:nvPr&gt;&lt;/p:nvSpPr&gt;&lt;p:spPr/&gt;&lt;p:txBody&gt;&lt;a:bodyPr/&gt;&lt;a:lstStyle/&gt;&lt;a:p&gt;&lt;a:fld id=&quot;{F702145113874CA6816F3879F97B5CBC}&quot; type=&quot;slidenum&quot;&gt;&lt;a:rPr lang=&quot;enUS&quot;/&gt;&lt;a:t&gt;2&lt;/a:t&gt;&lt;/a:fld&gt;&lt;a:endParaRPr lang=&quot;enUS&quot;/&gt;&lt;/a:p&gt;&lt;/p:txBody&gt;&lt;/p:sp&gt;&lt;/p:spTree&gt;&lt;p:extLst&gt;&lt;p:ext uri=&quot;{BB962C8BB14F4D97AF65F5344CB8AC3E}&quot;&gt;&lt;p14:creationId xmlns:p14=&quot;http://schemas.microsoft.com/office/powerpoint/2010/main&quot; val=&quot;1024086991&quot;/&gt;&lt;/p:ext&gt;&lt;/p:extLst&gt;&lt;/p:cSld&gt;&lt;p:clrMapOvr&gt;&lt;a:masterClrMapping/&gt;&lt;/p:clrMapOvr&gt;&lt;/p:notes&gt;PK</a:t></a:r><a:endParaRPr lang="en-US" sz="2000" dirty="0"/></a:p><a:p><a:pPr marL="342900" indent="-342900"><a:spcAft><a:spcPts val="1000"/></a:spcAft><a:buSzPct val="100000"/><a:buChar char="&#x2022;"/></a:pPr><a:r><a:rPr lang="en-US" sz="2000" dirty="0"><a:solidFill><a:srgbClr val="000000"/></a:solidFill></a:rPr><a:t>�yP[xշ��ppt/notesSlides/_rels/notesSlide2.xml.rels&lt;?xml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a:t></a:r><a:endParaRPr lang="en-US" sz="2000" dirty="0"/></a:p><a:p><a:pPr marL="342900" indent="-342900"><a:spcAft><a:spcPts val="1000"/></a:spcAft><a:buSzPct val="100000"/><a:buChar char="&#x2022;"/></a:pPr><a:r><a:rPr lang="en-US" sz="2000" dirty="0"><a:solidFill><a:srgbClr val="000000"/></a:solidFill></a:rPr><a:t>&lt;Relationship Id=&quot;rId1&quot; Type=&quot;http://schemas.openxmlformats.org/officeDocument/2006/relationships/notesMaster&quot; Target=&quot;../notesMasters/notesMaster1.xml&quot;/&gt;</a:t></a:r><a:endParaRPr lang="en-US" sz="2000" dirty="0"/></a:p><a:p><a:pPr marL="342900" indent="-342900"><a:spcAft><a:spcPts val="1000"/></a:spcAft><a:buSzPct val="100000"/><a:buChar char="&#x2022;"/></a:pPr><a:r><a:rPr lang="en-US" sz="2000" dirty="0"><a:solidFill><a:srgbClr val="000000"/></a:solidFill></a:rPr><a:t>&lt;Relationship Id=&quot;rId2&quot; Type=&quot;http://schemas.openxmlformats.org/officeDocument/2006/relationships/slide&quot; Target=&quot;../slides/slide2.xml&quot;/&gt;</a:t></a:r><a:endParaRPr lang="en-US" sz="2000" dirty="0"/></a:p><a:p><a:pPr marL="342900" indent="-342900"><a:spcAft><a:spcPts val="1000"/></a:spcAft><a:buSzPct val="100000"/><a:buChar char="&#x2022;"/></a:pPr><a:r><a:rPr lang="en-US" sz="2000" dirty="0"><a:solidFill><a:srgbClr val="000000"/></a:solidFill></a:rPr><a:t>&lt;/Relationships&gt;PK</a:t></a:r><a:endParaRPr lang="en-US" sz="2000" dirty="0"/></a:p><a:p><a:pPr marL="342900" indent="-342900"><a:spcAft><a:spcPts val="1000"/></a:spcAft><a:buSzPct val="100000"/><a:buChar char="&#x2022;"/></a:pPr><a:r><a:rPr lang="en-US" sz="2000" dirty="0"><a:solidFill><a:srgbClr val="000000"/></a:solidFill></a:rPr><a:t>�yP[Z���ppt/slides/slide3.xml&lt;?xml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&lt;p:sld xmlns:a=&quot;http://schemas.openxmlformats.org/drawingml/2006/main&quot; xmlns:r=&quot;http://schemas.openxmlformats.org/officeDocument/2006/relationships&quot; xmlns:p=&quot;http://schemas.openxmlformats.org/presentationml/2006/main&quot;&gt;&lt;p:cSld name=&quot;Slide 3&quot;&gt;&lt;p:spTree&gt;&lt;p:nvGrpSpPr&gt;&lt;p:cNvPr id=&quot;1&quot; name=&quot;&quot;/&gt;&lt;p:cNvGrpSpPr/&gt;&lt;p:nvPr/&gt;&lt;/p:nvGrpSpPr&gt;&lt;p:grpSpPr&gt;&lt;a:xfrm&gt;&lt;a:off x=&quot;0&quot; y=&quot;0&quot;/&gt;&lt;a:ext cx=&quot;0&quot; cy=&quot;0&quot;/&gt;&lt;a:chOff x=&quot;0&quot; y=&quot;0&quot;/&gt;&lt;a:chExt cx=&quot;0&quot; cy=&quot;0&quot;/&gt;&lt;/a:xfrm&gt;&lt;/p:grpSpPr&gt;&lt;p:sp&gt;&lt;p:nvSpPr&gt;&lt;p:cNvPr id=&quot;2&quot; name=&quot;Text 0&quot;&gt;&lt;/p:cNvPr&gt;&lt;p:cNvSpPr/&gt;&lt;p:nvPr&gt;&lt;/p:nvPr&gt;&lt;/p:nvSpPr&gt;&lt;p:spPr&gt;&lt;a:xfrm&gt;&lt;a:off x=&quot;457200&quot; y=&quot;228600&quot;/&gt;&lt;a:ext cx=&quot;10972800&quot; cy=&quot;914400&quot;/&gt;&lt;/a:xfrm&gt;&lt;a:prstGeom prst=&quot;rect&quot;&gt;&lt;a:avLst&gt;&lt;/a:avLst&gt;&lt;/a:prstGeom&gt;&lt;a:noFill/&gt;&lt;a:ln&gt;&lt;/a:ln&gt;&lt;/p:spPr&gt;&lt;p:txBody&gt;&lt;a:bodyPr wrap=&quot;square&quot; rtlCol=&quot;0&quot; anchor=&quot;ctr&quot;&gt;&lt;/a:bodyPr&gt;&lt;a:lstStyle/&gt;&lt;a:p&gt;&lt;a:pPr indent=&quot;0&quot; marL=&quot;0&quot;&gt;&lt;a:buNone/&gt;&lt;/a:pPr&gt;&lt;a:r&gt;&lt;a:rPr lang=&quot;enUS&quot; sz=&quot;3200&quot; b=&quot;1&quot; dirty=&quot;0&quot;&gt;&lt;a:solidFill&gt;&lt;a:srgbClr val=&quot;363636&quot;/&gt;&lt;/a:solidFill&gt;&lt;/a:rPr&gt;&lt;a:t&gt;Our Solution: A Centralized, Automated Platform&lt;/a:t&gt;&lt;/a:r&gt;&lt;a:endParaRPr lang=&quot;enUS&quot; sz=&quot;3200&quot; dirty=&quot;0&quot;/&gt;&lt;/a:p&gt;&lt;/p:txBody&gt;&lt;/p:sp&gt;&lt;p:sp&gt;&lt;p:nvSpPr&gt;&lt;p:cNvPr id=&quot;3&quot; name=&quot;Text 1&quot;&gt;&lt;/p:cNvPr&gt;&lt;p:cNvSpPr/&gt;&lt;p:nvPr&gt;&lt;/p:nvPr&gt;&lt;/p:nvSpPr&gt;&lt;p:spPr&gt;&lt;a:xfrm&gt;&lt;a:off x=&quot;457200&quot; y=&quot;1371600&quot;/&gt;&lt;a:ext cx=&quot;10972800&quot; cy=&quot;5143500&quot;/&gt;&lt;/a:xfrm&gt;&lt;a:prstGeom prst=&quot;rect&quot;&gt;&lt;a:avLst&gt;&lt;/a:avLst&gt;&lt;/a:prstGeom&gt;&lt;a:noFill/&gt;&lt;a:ln&gt;&lt;/a:ln&gt;&lt;/p:spPr&gt;&lt;p:txBody&gt;&lt;a:bodyPr wrap=&quot;square&quot; rtlCol=&quot;0&quot; anchor=&quot;ctr&quot;&gt;&lt;/a:bodyPr&gt;&lt;a:lstStyle/&gt;&lt;a:p&gt;&lt;a:pPr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val=&quot;000000&quot;/&gt;&lt;/a:solidFill&gt;&lt;/a:rPr&gt;&lt;a:t&gt;The Attendance Management System is a userfriendly, webbased application that provides:&lt;/a:t&gt;&lt;/a:r&gt;&lt;a:endParaRPr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val=&quot;000000&quot;/&gt;&lt;/a:solidFill&gt;&lt;/a:rPr&gt;&lt;a:t&gt;Automated RecordKeeping: Eliminates the need for manual entry with a simple, digital checkin/out process.&lt;/a:t&gt;&lt;/a:r&gt;&lt;a:endParaRPr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val=&quot;000000&quot;/&gt;&lt;/a:solidFill&gt;&lt;/a:rPr&gt;&lt;a:t&gt;RealTime Dashboards: Instantly view attendance data, track absenteeism, and monitor trends as they happen.&lt;/a:t&gt;&lt;/a:r&gt;&lt;a:endParaRPr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val=&quot;000000&quot;/&gt;&lt;/a:solidFill&gt;&lt;/a:rPr&gt;&lt;a:t&gt;Secure Cloud Storage: All attendance data is securely stored and backed up, accessible anytime, anywhere.&lt;/a:t&gt;&lt;/a:r&gt;&lt;a:endParaRPr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val=&quot;000000&quot;/&gt;&lt;/a:solidFill&gt;&lt;/a:rPr&gt;&lt;a:t&gt;Customizable Reporting: Easily generate detailed daily, weekly, or monthly attendance reports for analysis and payroll.&lt;/a:t&gt;&lt;/a:r&gt;&lt;a:endParaRPr lang=&quot;enUS&quot; sz=&quot;2000&quot; dirty=&quot;0&quot;/&gt;&lt;/a:p&gt;&lt;/p:txBody&gt;&lt;/p:sp&gt;&lt;/p:spTree&gt;&lt;/p:cSld&gt;&lt;p:clrMapOvr&gt;&lt;a:masterClrMapping/&gt;&lt;/p:clrMapOvr&gt;&lt;/p:sld&gt;PK</a:t></a:r><a:endParaRPr lang="en-US" sz="2000" dirty="0"/></a:p><a:p><a:pPr marL="342900" indent="-342900"><a:spcAft><a:spcPts val="1000"/></a:spcAft><a:buSzPct val="100000"/><a:buChar char="&#x2022;"/></a:pPr><a:r><a:rPr lang="en-US" sz="2000" dirty="0"><a:solidFill><a:srgbClr val="000000"/></a:solidFill></a:rPr><a:t>�yP[����� ppt/slides/_rels/slide3.xml.rels&lt;?xml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xmlns=&quot;http://schemas.openxmlformats.org/package/2006/relationships&quot;&gt;&lt;Relationship Id=&quot;rId1&quot; Type=&quot;http://schemas.openxmlformats.org/officeDocument/2006/relationships/slideLayout&quot; Target=&quot;../slideLayouts/slideLayout2.xml&quot;/&gt;&lt;Relationship Id=&quot;rId2&quot; Type=&quot;http://schemas.openxmlformats.org/officeDocument/2006/relationships/notesSlide&quot; Target=&quot;../notesSlides/notesSlide3.xml&quot;/&gt;&lt;/Relationships&gt;PK</a:t></a:r><a:endParaRPr lang="en-US" sz="2000" dirty="0"/></a:p><a:p><a:pPr marL="342900" indent="-342900"><a:spcAft><a:spcPts val="1000"/></a:spcAft><a:buSzPct val="100000"/><a:buChar char="&#x2022;"/></a:pPr><a:r><a:rPr lang="en-US" sz="2000" dirty="0"><a:solidFill><a:srgbClr val="000000"/></a:solidFill></a:rPr><a:t>�yP[�`,</a:t></a:r><a:endParaRPr lang="en-US" sz="2000" dirty="0"/></a:p><a:p><a:pPr marL="342900" indent="-342900"><a:spcAft><a:spcPts val="1000"/></a:spcAft><a:buSzPct val="100000"/><a:buChar char="&#x2022;"/></a:pPr><a:r><a:rPr lang="en-US" sz="2000" dirty="0"><a:solidFill><a:srgbClr val="000000"/></a:solidFill></a:rPr><a:t>&lt;&lt;ppt/notesSlides/notesSlide3.xml&lt;?xml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&lt;p:notes xmlns:a=&quot;http://schemas.openxmlformats.org/drawingml/2006/main&quot; xmlns:r=&quot;http://schemas.openxmlformats.org/officeDocument/2006/relationships&quot; xmlns:p=&quot;http://schemas.openxmlformats.org/presentationml/2006/main&quot;&gt;&lt;p:cSld&gt;&lt;p:spTree&gt;&lt;p:nvGrpSpPr&gt;&lt;p:cNvPr id=&quot;1&quot; name=&quot;&quot;/&gt;&lt;p:cNvGrpSpPr/&gt;&lt;p:nvPr/&gt;&lt;/p:nvGrpSpPr&gt;&lt;p:grpSpPr&gt;&lt;a:xfrm&gt;&lt;a:off x=&quot;0&quot; y=&quot;0&quot;/&gt;&lt;a:ext cx=&quot;0&quot; cy=&quot;0&quot;/&gt;&lt;a:chOff x=&quot;0&quot; y=&quot;0&quot;/&gt;&lt;a:chExt cx=&quot;0&quot; cy=&quot;0&quot;/&gt;&lt;/a:xfrm&gt;&lt;/p:grpSpPr&gt;&lt;p:sp&gt;&lt;p:nvSpPr&gt;&lt;p:cNvPr id=&quot;2&quot; name=&quot;Slide Image Placeholder 1&quot;/&gt;&lt;p:cNvSpPr&gt;&lt;a:spLocks noGrp=&quot;1&quot; noRot=&quot;1&quot; noChangeAspect=&quot;1&quot;/&gt;&lt;/p:cNvSpPr&gt;&lt;p:nvPr&gt;&lt;p:ph type=&quot;sldImg&quot;/&gt;&lt;/p:nvPr&gt;&lt;/p:nvSpPr&gt;&lt;p:spPr/&gt;&lt;/p:sp&gt;&lt;p:sp&gt;&lt;p:nvSpPr&gt;&lt;p:cNvPr id=&quot;3&quot; name=&quot;Notes Placeholder 2&quot;/&gt;&lt;p:cNvSpPr&gt;&lt;a:spLocks noGrp=&quot;1&quot;/&gt;&lt;/p:cNvSpPr&gt;&lt;p:nvPr&gt;&lt;p:ph type=&quot;body&quot; idx=&quot;1&quot;/&gt;&lt;/p:nvPr&gt;&lt;/p:nvSpPr&gt;&lt;p:spPr/&gt;&lt;p:txBody&gt;&lt;a:bodyPr/&gt;&lt;a:lstStyle/&gt;&lt;a:p&gt;&lt;a:r&gt;&lt;a:rPr lang=&quot;enUS&quot; dirty=&quot;0&quot;/&gt;&lt;a:t&gt;&amp;quot;Our solution is a centralized and automated platform that directly addresses these problems. We replace outdated methods with a seamless, webbased application. It features automated recordkeeping to free up your staff, realtime dashboards for instant oversight, and secure cloud storage to ensure your data is always safe and accessible. With our system, generating insightful reports is just a click away.&amp;quot;</a:t></a:r><a:endParaRPr lang="en-US" sz="2000" dirty="0"/></a:p><a:p><a:pPr marL="342900" indent="-342900"><a:spcAft><a:spcPts val="1000"/></a:spcAft><a:buSzPct val="100000"/><a:buChar char="&#x2022;"/></a:pPr><a:r><a:rPr lang="en-US" sz="2000" dirty="0"><a:solidFill><a:srgbClr val="000000"/></a:solidFill></a:rPr><a:t>&lt;/a:t&gt;&lt;/a:r&gt;&lt;a:endParaRPr lang=&quot;enUS&quot; dirty=&quot;0&quot;/&gt;&lt;/a:p&gt;&lt;/p:txBody&gt;&lt;/p:sp&gt;&lt;p:sp&gt;&lt;p:nvSpPr&gt;&lt;p:cNvPr id=&quot;4&quot; name=&quot;Slide Number Placeholder 3&quot;/&gt;&lt;p:cNvSpPr&gt;&lt;a:spLocks noGrp=&quot;1&quot;/&gt;&lt;/p:cNvSpPr&gt;&lt;p:nvPr&gt;&lt;p:ph type=&quot;sldNum&quot; sz=&quot;quarter&quot; idx=&quot;10&quot;/&gt;&lt;/p:nvPr&gt;&lt;/p:nvSpPr&gt;&lt;p:spPr/&gt;&lt;p:txBody&gt;&lt;a:bodyPr/&gt;&lt;a:lstStyle/&gt;&lt;a:p&gt;&lt;a:fld id=&quot;{F702145113874CA6816F3879F97B5CBC}&quot; type=&quot;slidenum&quot;&gt;&lt;a:rPr lang=&quot;enUS&quot;/&gt;&lt;a:t&gt;3&lt;/a:t&gt;&lt;/a:fld&gt;&lt;a:endParaRPr lang=&quot;enUS&quot;/&gt;&lt;/a:p&gt;&lt;/p:txBody&gt;&lt;/p:sp&gt;&lt;/p:spTree&gt;&lt;p:extLst&gt;&lt;p:ext uri=&quot;{BB962C8BB14F4D97AF65F5344CB8AC3E}&quot;&gt;&lt;p14:creationId xmlns:p14=&quot;http://schemas.microsoft.com/office/powerpoint/2010/main&quot; val=&quot;1024086991&quot;/&gt;&lt;/p:ext&gt;&lt;/p:extLst&gt;&lt;/p:cSld&gt;&lt;p:clrMapOvr&gt;&lt;a:masterClrMapping/&gt;&lt;/p:clrMapOvr&gt;&lt;/p:notes&gt;PK</a:t></a:r><a:endParaRPr lang="en-US" sz="2000" dirty="0"/></a:p><a:p><a:pPr marL="342900" indent="-342900"><a:spcAft><a:spcPts val="1000"/></a:spcAft><a:buSzPct val="100000"/><a:buChar char="&#x2022;"/></a:pPr><a:r><a:rPr lang="en-US" sz="2000" dirty="0"><a:solidFill><a:srgbClr val="000000"/></a:solidFill></a:rPr><a:t>�yP[9Y���ppt/notesSlides/_rels/notesSlide3.xml.rels&lt;?xml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a:t></a:r><a:endParaRPr lang="en-US" sz="2000" dirty="0"/></a:p><a:p><a:pPr marL="342900" indent="-342900"><a:spcAft><a:spcPts val="1000"/></a:spcAft><a:buSzPct val="100000"/><a:buChar char="&#x2022;"/></a:pPr><a:r><a:rPr lang="en-US" sz="2000" dirty="0"><a:solidFill><a:srgbClr val="000000"/></a:solidFill></a:rPr><a:t>&lt;Relationship Id=&quot;rId1&quot; Type=&quot;http://schemas.openxmlformats.org/officeDocument/2006/relationships/notesMaster&quot; Target=&quot;../notesMasters/notesMaster1.xml&quot;/&gt;</a:t></a:r><a:endParaRPr lang="en-US" sz="2000" dirty="0"/></a:p><a:p><a:pPr marL="342900" indent="-342900"><a:spcAft><a:spcPts val="1000"/></a:spcAft><a:buSzPct val="100000"/><a:buChar char="&#x2022;"/></a:pPr><a:r><a:rPr lang="en-US" sz="2000" dirty="0"><a:solidFill><a:srgbClr val="000000"/></a:solidFill></a:rPr><a:t>&lt;Relationship Id=&quot;rId2&quot; Type=&quot;http://schemas.openxmlformats.org/officeDocument/2006/relationships/slide&quot; Target=&quot;../slides/slide3.xml&quot;/&gt;</a:t></a:r><a:endParaRPr lang="en-US" sz="2000" dirty="0"/></a:p><a:p><a:pPr marL="342900" indent="-342900"><a:spcAft><a:spcPts val="1000"/></a:spcAft><a:buSzPct val="100000"/><a:buChar char="&#x2022;"/></a:pPr><a:r><a:rPr lang="en-US" sz="2000" dirty="0"><a:solidFill><a:srgbClr val="000000"/></a:solidFill></a:rPr><a:t>&lt;/Relationships&gt;PK</a:t></a:r><a:endParaRPr lang="en-US" sz="2000" dirty="0"/></a:p><a:p><a:pPr marL="342900" indent="-342900"><a:spcAft><a:spcPts val="1000"/></a:spcAft><a:buSzPct val="100000"/><a:buChar char="&#x2022;"/></a:pPr><a:r><a:rPr lang="en-US" sz="2000" dirty="0"><a:solidFill><a:srgbClr val="000000"/></a:solidFill></a:rPr><a:t>�yP[U�GGppt/slides/slide4.xml&lt;?xml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&lt;p:sld xmlns:a=&quot;http://schemas.openxmlformats.org/drawingml/2006/main&quot; xmlns:r=&quot;http://schemas.openxmlformats.org/officeDocument/2006/relationships&quot; xmlns:p=&quot;http://schemas.openxmlformats.org/presentationml/2006/main&quot;&gt;&lt;p:cSld name=&quot;Slide 4&quot;&gt;&lt;p:spTree&gt;&lt;p:nvGrpSpPr&gt;&lt;p:cNvPr id=&quot;1&quot; name=&quot;&quot;/&gt;&lt;p:cNvGrpSpPr/&gt;&lt;p:nvPr/&gt;&lt;/p:nvGrpSpPr&gt;&lt;p:grpSpPr&gt;&lt;a:xfrm&gt;&lt;a:off x=&quot;0&quot; y=&quot;0&quot;/&gt;&lt;a:ext cx=&quot;0&quot; cy=&quot;0&quot;/&gt;&lt;a:chOff x=&quot;0&quot; y=&quot;0&quot;/&gt;&lt;a:chExt cx=&quot;0&quot; cy=&quot;0&quot;/&gt;&lt;/a:xfrm&gt;&lt;/p:grpSpPr&gt;&lt;p:sp&gt;&lt;p:nvSpPr&gt;&lt;p:cNvPr id=&quot;2&quot; name=&quot;Text 0&quot;&gt;&lt;/p:cNvPr&gt;&lt;p:cNvSpPr/&gt;&lt;p:nvPr&gt;&lt;/p:nvPr&gt;&lt;/p:nvSpPr&gt;&lt;p:spPr&gt;&lt;a:xfrm&gt;&lt;a:off x=&quot;457200&quot; y=&quot;228600&quot;/&gt;&lt;a:ext cx=&quot;10972800&quot; cy=&quot;914400&quot;/&gt;&lt;/a:xfrm&gt;&lt;a:prstGeom prst=&quot;rect&quot;&gt;&lt;a:avLst&gt;&lt;/a:avLst&gt;&lt;/a:prstGeom&gt;&lt;a:noFill/&gt;&lt;a:ln&gt;&lt;/a:ln&gt;&lt;/p:spPr&gt;&lt;p:txBody&gt;&lt;a:bodyPr wrap=&quot;square&quot; rtlCol=&quot;0&quot; anchor=&quot;ctr&quot;&gt;&lt;/a:bodyPr&gt;&lt;a:lstStyle/&gt;&lt;a:p&gt;&lt;a:pPr indent=&quot;0&quot; marL=&quot;0&quot;&gt;&lt;a:buNone/&gt;&lt;/a:pPr&gt;&lt;a:r&gt;&lt;a:rPr lang=&quot;enUS&quot; sz=&quot;3200&quot; b=&quot;1&quot; dirty=&quot;0&quot;&gt;&lt;a:solidFill&gt;&lt;a:srgbClr val=&quot;363636&quot;/&gt;&lt;/a:solidFill&gt;&lt;/a:rPr&gt;&lt;a:t&gt;Core Technology: Built on the MERN Stack&lt;/a:t&gt;&lt;/a:r&gt;&lt;a:endParaRPr lang=&quot;enUS&quot; sz=&quot;3200&quot; dirty=&quot;0&quot;/&gt;&lt;/a:p&gt;&lt;/p:txBody&gt;&lt;/p:sp&gt;&lt;p:sp&gt;&lt;p:nvSpPr&gt;&lt;p:cNvPr id=&quot;3&quot; name=&quot;Text 1&quot;&gt;&lt;/p:cNvPr&gt;&lt;p:cNvSpPr/&gt;&lt;p:nvPr&gt;&lt;/p:nvPr&gt;&lt;/p:nvSpPr&gt;&lt;p:spPr&gt;&lt;a:xfrm&gt;&lt;a:off x=&quot;457200&quot; y=&quot;1371600&quot;/&gt;&lt;a:ext cx=&quot;10972800&quot; cy=&quot;5143500&quot;/&gt;&lt;/a:xfrm&gt;&lt;a:prstGeom prst=&quot;rect&quot;&gt;&lt;a:avLst&gt;&lt;/a:avLst&gt;&lt;/a:prstGeom&gt;&lt;a:noFill/&gt;&lt;a:ln&gt;&lt;/a:ln&gt;&lt;/p:spPr&gt;&lt;p:txBody&gt;&lt;a:bodyPr wrap=&quot;square&quot; rtlCol=&quot;0&quot; anchor=&quot;ctr&quot;&gt;&lt;/a:bodyPr&gt;&lt;a:lstStyle/&gt;&lt;a:p&gt;&lt;a:pPr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val=&quot;000000&quot;/&gt;&lt;/a:solidFill&gt;&lt;/a:rPr&gt;&lt;a:t&gt;Our system is built on a modern, robust, and scalable technology stack:&lt;/a:t&gt;&lt;/a:r&gt;&lt;a:endParaRPr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val=&quot;000000&quot;/&gt;&lt;/a:solidFill&gt;&lt;/a:rPr&gt;&lt;a:t&gt;MongoDB: A flexible, NoSQL database that securely stores attendance data.&lt;/a:t&gt;&lt;/a:r&gt;&lt;a:endParaRPr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val=&quot;000000&quot;/&gt;&lt;/a:solidFill&gt;&lt;/a:rPr&gt;&lt;a:t&gt;Express.js: A robust backend framework ensuring reliable serverside logic and API handling.&lt;/a:t&gt;&lt;/a:r&gt;&lt;a:endParaRPr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val=&quot;000000&quot;/&gt;&lt;/a:solidFill&gt;&lt;/a:rPr&gt;&lt;a:t&gt;React: A powerful frontend library for creating a fast, responsive, and highly interactive user interface.&lt;/a:t&gt;&lt;/a:r&gt;&lt;a:endParaRPr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val=&quot;000000&quot;/&gt;&lt;/a:solidFill&gt;&lt;/a:rPr&gt;&lt;a:t&gt;Node.js: A highperformance JavaScript runtime environment that enables realtime data updates.&lt;/a:t&gt;&lt;/a:r&gt;&lt;a:endParaRPr lang=&quot;enUS&quot; sz=&quot;2000&quot; dirty=&quot;0&quot;/&gt;&lt;/a:p&gt;&lt;/p:txBody&gt;&lt;/p:sp&gt;&lt;/p:spTree&gt;&lt;/p:cSld&gt;&lt;p:clrMapOvr&gt;&lt;a:masterClrMapping/&gt;&lt;/p:clrMapOvr&gt;&lt;/p:sld&gt;PK</a:t></a:r><a:endParaRPr lang="en-US" sz="2000" dirty="0"/></a:p><a:p><a:pPr marL="342900" indent="-342900"><a:spcAft><a:spcPts val="1000"/></a:spcAft><a:buSzPct val="100000"/><a:buChar char="&#x2022;"/></a:pPr><a:r><a:rPr lang="en-US" sz="2000" dirty="0"><a:solidFill><a:srgbClr val="000000"/></a:solidFill></a:rPr><a:t>�yP[ի�&lt;�� ppt/slides/_rels/slide4.xml.rels&lt;?xml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xmlns=&quot;http://schemas.openxmlformats.org/package/2006/relationships&quot;&gt;&lt;Relationship Id=&quot;rId1&quot; Type=&quot;http://schemas.openxmlformats.org/officeDocument/2006/relationships/slideLayout&quot; Target=&quot;../slideLayouts/slideLayout2.xml&quot;/&gt;&lt;Relationship Id=&quot;rId2&quot; Type=&quot;http://schemas.openxmlformats.org/officeDocument/2006/relationships/notesSlide&quot; Target=&quot;../notesSlides/notesSlide4.xml&quot;/&gt;&lt;/Relationships&gt;PK</a:t></a:r><a:endParaRPr lang="en-US" sz="2000" dirty="0"/></a:p><a:p><a:pPr marL="342900" indent="-342900"><a:spcAft><a:spcPts val="1000"/></a:spcAft><a:buSzPct val="100000"/><a:buChar char="&#x2022;"/></a:pPr><a:r><a:rPr lang="en-US" sz="2000" dirty="0"><a:solidFill><a:srgbClr val="000000"/></a:solidFill></a:rPr><a:t>�yP[cRu�AAppt/notesSlides/notesSlide4.xml&lt;?xml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&lt;p:notes xmlns:a=&quot;http://schemas.openxmlformats.org/drawingml/2006/main&quot; xmlns:r=&quot;http://schemas.openxmlformats.org/officeDocument/2006/relationships&quot; xmlns:p=&quot;http://schemas.openxmlformats.org/presentationml/2006/main&quot;&gt;&lt;p:cSld&gt;&lt;p:spTree&gt;&lt;p:nvGrpSpPr&gt;&lt;p:cNvPr id=&quot;1&quot; name=&quot;&quot;/&gt;&lt;p:cNvGrpSpPr/&gt;&lt;p:nvPr/&gt;&lt;/p:nvGrpSpPr&gt;&lt;p:grpSpPr&gt;&lt;a:xfrm&gt;&lt;a:off x=&quot;0&quot; y=&quot;0&quot;/&gt;&lt;a:ext cx=&quot;0&quot; cy=&quot;0&quot;/&gt;&lt;a:chOff x=&quot;0&quot; y=&quot;0&quot;/&gt;&lt;a:chExt cx=&quot;0&quot; cy=&quot;0&quot;/&gt;&lt;/a:xfrm&gt;&lt;/p:grpSpPr&gt;&lt;p:sp&gt;&lt;p:nvSpPr&gt;&lt;p:cNvPr id=&quot;2&quot; name=&quot;Slide Image Placeholder 1&quot;/&gt;&lt;p:cNvSpPr&gt;&lt;a:spLocks noGrp=&quot;1&quot; noRot=&quot;1&quot; noChangeAspect=&quot;1&quot;/&gt;&lt;/p:cNvSpPr&gt;&lt;p:nvPr&gt;&lt;p:ph type=&quot;sldImg&quot;/&gt;&lt;/p:nvPr&gt;&lt;/p:nvSpPr&gt;&lt;p:spPr/&gt;&lt;/p:sp&gt;&lt;p:sp&gt;&lt;p:nvSpPr&gt;&lt;p:cNvPr id=&quot;3&quot; name=&quot;Notes Placeholder 2&quot;/&gt;&lt;p:cNvSpPr&gt;&lt;a:spLocks noGrp=&quot;1&quot;/&gt;&lt;/p:cNvSpPr&gt;&lt;p:nvPr&gt;&lt;p:ph type=&quot;body&quot; idx=&quot;1&quot;/&gt;&lt;/p:nvPr&gt;&lt;/p:nvSpPr&gt;&lt;p:spPr/&gt;&lt;p:txBody&gt;&lt;a:bodyPr/&gt;&lt;a:lstStyle/&gt;&lt;a:p&gt;&lt;a:r&gt;&lt;a:rPr lang=&quot;enUS&quot; dirty=&quot;0&quot;/&gt;&lt;a:t&gt;&amp;quot;The foundation of our platform is the MERN stack—a powerful combination of modern technologies. We use MongoDB for flexible and scalable data storage, Express.js for a reliable backend, React to create a dynamic and userfriendly interface, and Node.js for its exceptional speed and realtime capabilities. This stack ensures our system is not only powerful and secure today but also scalable for future growth.&amp;quot;</a:t></a:r><a:endParaRPr lang="en-US" sz="2000" dirty="0"/></a:p><a:p><a:pPr marL="342900" indent="-342900"><a:spcAft><a:spcPts val="1000"/></a:spcAft><a:buSzPct val="100000"/><a:buChar char="&#x2022;"/></a:pPr><a:r><a:rPr lang="en-US" sz="2000" dirty="0"><a:solidFill><a:srgbClr val="000000"/></a:solidFill></a:rPr><a:t>&lt;/a:t&gt;&lt;/a:r&gt;&lt;a:endParaRPr lang=&quot;enUS&quot; dirty=&quot;0&quot;/&gt;&lt;/a:p&gt;&lt;/p:txBody&gt;&lt;/p:sp&gt;&lt;p:sp&gt;&lt;p:nvSpPr&gt;&lt;p:cNvPr id=&quot;4&quot; name=&quot;Slide Number Placeholder 3&quot;/&gt;&lt;p:cNvSpPr&gt;&lt;a:spLocks noGrp=&quot;1&quot;/&gt;&lt;/p:cNvSpPr&gt;&lt;p:nvPr&gt;&lt;p:ph type=&quot;sldNum&quot; sz=&quot;quarter&quot; idx=&quot;10&quot;/&gt;&lt;/p:nvPr&gt;&lt;/p:nvSpPr&gt;&lt;p:spPr/&gt;&lt;p:txBody&gt;&lt;a:bodyPr/&gt;&lt;a:lstStyle/&gt;&lt;a:p&gt;&lt;a:fld id=&quot;{F702145113874CA6816F3879F97B5CBC}&quot; type=&quot;slidenum&quot;&gt;&lt;a:rPr lang=&quot;enUS&quot;/&gt;&lt;a:t&gt;4&lt;/a:t&gt;&lt;/a:fld&gt;&lt;a:endParaRPr lang=&quot;enUS&quot;/&gt;&lt;/a:p&gt;&lt;/p:txBody&gt;&lt;/p:sp&gt;&lt;/p:spTree&gt;&lt;p:extLst&gt;&lt;p:ext uri=&quot;{BB962C8BB14F4D97AF65F5344CB8AC3E}&quot;&gt;&lt;p14:creationId xmlns:p14=&quot;http://schemas.microsoft.com/office/powerpoint/2010/main&quot; val=&quot;1024086991&quot;/&gt;&lt;/p:ext&gt;&lt;/p:extLst&gt;&lt;/p:cSld&gt;&lt;p:clrMapOvr&gt;&lt;a:masterClrMapping/&gt;&lt;/p:clrMapOvr&gt;&lt;/p:notes&gt;PK</a:t></a:r><a:endParaRPr lang="en-US" sz="2000" dirty="0"/></a:p><a:p><a:pPr marL="342900" indent="-342900"><a:spcAft><a:spcPts val="1000"/></a:spcAft><a:buSzPct val="100000"/><a:buChar char="&#x2022;"/></a:pPr><a:r><a:rPr lang="en-US" sz="2000" dirty="0"><a:solidFill><a:srgbClr val="000000"/></a:solidFill></a:rPr><a:t>�yP[�J���ppt/notesSlides/_rels/notesSlide4.xml.rels&lt;?xml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a:t></a:r><a:endParaRPr lang="en-US" sz="2000" dirty="0"/></a:p><a:p><a:pPr marL="342900" indent="-342900"><a:spcAft><a:spcPts val="1000"/></a:spcAft><a:buSzPct val="100000"/><a:buChar char="&#x2022;"/></a:pPr><a:r><a:rPr lang="en-US" sz="2000" dirty="0"><a:solidFill><a:srgbClr val="000000"/></a:solidFill></a:rPr><a:t>&lt;Relationship Id=&quot;rId1&quot; Type=&quot;http://schemas.openxmlformats.org/officeDocument/2006/relationships/notesMaster&quot; Target=&quot;../notesMasters/notesMaster1.xml&quot;/&gt;</a:t></a:r><a:endParaRPr lang="en-US" sz="2000" dirty="0"/></a:p><a:p><a:pPr marL="342900" indent="-342900"><a:spcAft><a:spcPts val="1000"/></a:spcAft><a:buSzPct val="100000"/><a:buChar char="&#x2022;"/></a:pPr><a:r><a:rPr lang="en-US" sz="2000" dirty="0"><a:solidFill><a:srgbClr val="000000"/></a:solidFill></a:rPr><a:t>&lt;Relationship Id=&quot;rId2&quot; Type=&quot;http://schemas.openxmlformats.org/officeDocument/2006/relationships/slide&quot; Target=&quot;../slides/slide4.xml&quot;/&gt;</a:t></a:r><a:endParaRPr lang="en-US" sz="2000" dirty="0"/></a:p><a:p><a:pPr marL="342900" indent="-342900"><a:spcAft><a:spcPts val="1000"/></a:spcAft><a:buSzPct val="100000"/><a:buChar char="&#x2022;"/></a:pPr><a:r><a:rPr lang="en-US" sz="2000" dirty="0"><a:solidFill><a:srgbClr val="000000"/></a:solidFill></a:rPr><a:t>&lt;/Relationships&gt;PK</a:t></a:r><a:endParaRPr lang="en-US" sz="2000" dirty="0"/></a:p><a:p><a:pPr marL="342900" indent="-342900"><a:spcAft><a:spcPts val="1000"/></a:spcAft><a:buSzPct val="100000"/><a:buChar char="&#x2022;"/></a:pPr><a:r><a:rPr lang="en-US" sz="2000" dirty="0"><a:solidFill><a:srgbClr val="000000"/></a:solidFill></a:rPr><a:t>�yP[dHL��ppt/slides/slide5.xml&lt;?xml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&lt;p:sld xmlns:a=&quot;http://schemas.openxmlformats.org/drawingml/2006/main&quot; xmlns:r=&quot;http://schemas.openxmlformats.org/officeDocument/2006/relationships&quot; xmlns:p=&quot;http://schemas.openxmlformats.org/presentationml/2006/main&quot;&gt;&lt;p:cSld name=&quot;Slide 5&quot;&gt;&lt;p:spTree&gt;&lt;p:nvGrpSpPr&gt;&lt;p:cNvPr id=&quot;1&quot; name=&quot;&quot;/&gt;&lt;p:cNvGrpSpPr/&gt;&lt;p:nvPr/&gt;&lt;/p:nvGrpSpPr&gt;&lt;p:grpSpPr&gt;&lt;a:xfrm&gt;&lt;a:off x=&quot;0&quot; y=&quot;0&quot;/&gt;&lt;a:ext cx=&quot;0&quot; cy=&quot;0&quot;/&gt;&lt;a:chOff x=&quot;0&quot; y=&quot;0&quot;/&gt;&lt;a:chExt cx=&quot;0&quot; cy=&quot;0&quot;/&gt;&lt;/a:xfrm&gt;&lt;/p:grpSpPr&gt;&lt;p:sp&gt;&lt;p:nvSpPr&gt;&lt;p:cNvPr id=&quot;2&quot; name=&quot;Text 0&quot;&gt;&lt;/p:cNvPr&gt;&lt;p:cNvSpPr/&gt;&lt;p:nvPr&gt;&lt;/p:nvPr&gt;&lt;/p:nvSpPr&gt;&lt;p:spPr&gt;&lt;a:xfrm&gt;&lt;a:off x=&quot;457200&quot; y=&quot;228600&quot;/&gt;&lt;a:ext cx=&quot;10972800&quot; cy=&quot;914400&quot;/&gt;&lt;/a:xfrm&gt;&lt;a:prstGeom prst=&quot;rect&quot;&gt;&lt;a:avLst&gt;&lt;/a:avLst&gt;&lt;/a:prstGeom&gt;&lt;a:noFill/&gt;&lt;a:ln&gt;&lt;/a:ln&gt;&lt;/p:spPr&gt;&lt;p:txBody&gt;&lt;a:bodyPr wrap=&quot;square&quot; rtlCol=&quot;0&quot; anchor=&quot;ctr&quot;&gt;&lt;/a:bodyPr&gt;&lt;a:lstStyle/&gt;&lt;a:p&gt;&lt;a:pPr indent=&quot;0&quot; marL=&quot;0&quot;&gt;&lt;a:buNone/&gt;&lt;/a:pPr&gt;&lt;a:r&gt;&lt;a:rPr lang=&quot;enUS&quot; sz=&quot;3200&quot; b=&quot;1&quot; dirty=&quot;0&quot;&gt;&lt;a:solidFill&gt;&lt;a:srgbClr val=&quot;363636&quot;/&gt;&lt;/a:solidFill&gt;&lt;/a:rPr&gt;&lt;a:t&gt;Why We Are Superior&lt;/a:t&gt;&lt;/a:r&gt;&lt;a:endParaRPr lang=&quot;enUS&quot; sz=&quot;3200&quot; dirty=&quot;0&quot;/&gt;&lt;/a:p&gt;&lt;/p:txBody&gt;&lt;/p:sp&gt;&lt;p:sp&gt;&lt;p:nvSpPr&gt;&lt;p:cNvPr id=&quot;3&quot; name=&quot;Text 1&quot;&gt;&lt;/p:cNvPr&gt;&lt;p:cNvSpPr/&gt;&lt;p:nvPr&gt;&lt;/p:nvPr&gt;&lt;/p:nvSpPr&gt;&lt;p:spPr&gt;&lt;a:xfrm&gt;&lt;a:off x=&quot;457200&quot; y=&quot;1371600&quot;/&gt;&lt;a:ext cx=&quot;10972800&quot; cy=&quot;5143500&quot;/&gt;&lt;/a:xfrm&gt;&lt;a:prstGeom prst=&quot;rect&quot;&gt;&lt;a:avLst&gt;&lt;/a:avLst&gt;&lt;/a:prstGeom&gt;&lt;a:noFill/&gt;&lt;a:ln&gt;&lt;/a:ln&gt;&lt;/p:spPr&gt;&lt;p:txBody&gt;&lt;a:bodyPr wrap=&quot;square&quot; rtlCol=&quot;0&quot; anchor=&quot;ctr&quot;&gt;&lt;/a:bodyPr&gt;&lt;a:lstStyle/&gt;&lt;a:p&gt;&lt;a:pPr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val=&quot;000000&quot;/&gt;&lt;/a:solidFill&gt;&lt;/a:rPr&gt;&lt;a:t&gt;Complete Automation: We eliminate 100% of manual data entry, saving significant administrative overhead compared to semidigital or paperbased systems.&lt;/a:t&gt;&lt;/a:r&gt;&lt;a:endParaRPr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val=&quot;000000&quot;/&gt;&lt;/a:solidFill&gt;&lt;/a:rPr&gt;&lt;a:t&gt;Unified, RealTime Data: Unlike fragmented spreadsheets, our platform provides a single source of truth, updated in realtime for immediate decisionmaking.&lt;/a:t&gt;&lt;/a:r&gt;&lt;a:endParaRPr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val=&quot;000000&quot;/&gt;&lt;/a:solidFill&gt;&lt;/a:rPr&gt;&lt;a:t&gt;Modern User Experience: Our intuitive, webbased interface requires minimal training and is accessible on any device, ensuring high adoption rates.&lt;/a:t&gt;&lt;/a:r&gt;&lt;a:endParaRPr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val=&quot;000000&quot;/&gt;&lt;/a:solidFill&gt;&lt;/a:rPr&gt;&lt;a:t&gt;Secure &amp;amp; Scalable: Built on a modern tech stack, our system offers superior security and can easily scale with your organization&amp;apos;s growth.&lt;/a:t&gt;&lt;/a:r&gt;&lt;a:endParaRPr lang=&quot;enUS&quot; sz=&quot;2000&quot; dirty=&quot;0&quot;/&gt;&lt;/a:p&gt;&lt;/p:txBody&gt;&lt;/p:sp&gt;&lt;/p:spTree&gt;&lt;/p:cSld&gt;&lt;p:clrMapOvr&gt;&lt;a:masterClrMapping/&gt;&lt;/p:clrMapOvr&gt;&lt;/p:sld&gt;PK</a:t></a:r><a:endParaRPr lang="en-US" sz="2000" dirty="0"/></a:p><a:p><a:pPr marL="342900" indent="-342900"><a:spcAft><a:spcPts val="1000"/></a:spcAft><a:buSzPct val="100000"/><a:buChar char="&#x2022;"/></a:pPr><a:r><a:rPr lang="en-US" sz="2000" dirty="0"><a:solidFill><a:srgbClr val="000000"/></a:solidFill></a:rPr><a:t>�yP[�΄��� ppt/slides/_rels/slide5.xml.rels&lt;?xml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xmlns=&quot;http://schemas.openxmlformats.org/package/2006/relationships&quot;&gt;&lt;Relationship Id=&quot;rId1&quot; Type=&quot;http://schemas.openxmlformats.org/officeDocument/2006/relationships/slideLayout&quot; Target=&quot;../slideLayouts/slideLayout2.xml&quot;/&gt;&lt;Relationship Id=&quot;rId2&quot; Type=&quot;http://schemas.openxmlformats.org/officeDocument/2006/relationships/notesSlide&quot; Target=&quot;../notesSlides/notesSlide5.xml&quot;/&gt;&lt;/Relationships&gt;PK</a:t></a:r><a:endParaRPr lang="en-US" sz="2000" dirty="0"/></a:p><a:p><a:pPr marL="342900" indent="-342900"><a:spcAft><a:spcPts val="1000"/></a:spcAft><a:buSzPct val="100000"/><a:buChar char="&#x2022;"/></a:pPr><a:r><a:rPr lang="en-US" sz="2000" dirty="0"><a:solidFill><a:srgbClr val="000000"/></a:solidFill></a:rPr><a:t>�yP[������ppt/notesSlides/notesSlide5.xml&lt;?xml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&lt;p:notes xmlns:a=&quot;http://schemas.openxmlformats.org/drawingml/2006/main&quot; xmlns:r=&quot;http://schemas.openxmlformats.org/officeDocument/2006/relationships&quot; xmlns:p=&quot;http://schemas.openxmlformats.org/presentationml/2006/main&quot;&gt;&lt;p:cSld&gt;&lt;p:spTree&gt;&lt;p:nvGrpSpPr&gt;&lt;p:cNvPr id=&quot;1&quot; name=&quot;&quot;/&gt;&lt;p:cNvGrpSpPr/&gt;&lt;p:nvPr/&gt;&lt;/p:nvGrpSpPr&gt;&lt;p:grpSpPr&gt;&lt;a:xfrm&gt;&lt;a:off x=&quot;0&quot; y=&quot;0&quot;/&gt;&lt;a:ext cx=&quot;0&quot; cy=&quot;0&quot;/&gt;&lt;a:chOff x=&quot;0&quot; y=&quot;0&quot;/&gt;&lt;a:chExt cx=&quot;0&quot; cy=&quot;0&quot;/&gt;&lt;/a:xfrm&gt;&lt;/p:grpSpPr&gt;&lt;p:sp&gt;&lt;p:nvSpPr&gt;&lt;p:cNvPr id=&quot;2&quot; name=&quot;Slide Image Placeholder 1&quot;/&gt;&lt;p:cNvSpPr&gt;&lt;a:spLocks noGrp=&quot;1&quot; noRot=&quot;1&quot; noChangeAspect=&quot;1&quot;/&gt;&lt;/p:cNvSpPr&gt;&lt;p:nvPr&gt;&lt;p:ph type=&quot;sldImg&quot;/&gt;&lt;/p:nvPr&gt;&lt;/p:nvSpPr&gt;&lt;p:spPr/&gt;&lt;/p:sp&gt;&lt;p:sp&gt;&lt;p:nvSpPr&gt;&lt;p:cNvPr id=&quot;3&quot; name=&quot;Notes Placeholder 2&quot;/&gt;&lt;p:cNvSpPr&gt;&lt;a:spLocks noGrp=&quot;1&quot;/&gt;&lt;/p:cNvSpPr&gt;&lt;p:nvPr&gt;&lt;p:ph type=&quot;body&quot; idx=&quot;1&quot;/&gt;&lt;/p:nvPr&gt;&lt;/p:nvSpPr&gt;&lt;p:spPr/&gt;&lt;p:txBody&gt;&lt;a:bodyPr/&gt;&lt;a:lstStyle/&gt;&lt;a:p&gt;&lt;a:r&gt;&lt;a:rPr lang=&quot;enUS&quot; dirty=&quot;0&quot;/&gt;&lt;a:t&gt;&amp;quot;So, what makes our solution stand out? It&amp;apos;s our commitment to complete automation, which directly translates to cost savings. It&amp;apos;s our unified platform that provides realtime data, empowering you to make informed decisions instantly. We&amp;apos;ve focused on creating an incredibly simple and modern user experience to ensure everyone can use it effectively from day one. And finally, our secure and scalable architecture means this is a longterm solution you can trust.&amp;quot;</a:t></a:r><a:endParaRPr lang="en-US" sz="2000" dirty="0"/></a:p><a:p><a:pPr marL="342900" indent="-342900"><a:spcAft><a:spcPts val="1000"/></a:spcAft><a:buSzPct val="100000"/><a:buChar char="&#x2022;"/></a:pPr><a:r><a:rPr lang="en-US" sz="2000" dirty="0"><a:solidFill><a:srgbClr val="000000"/></a:solidFill></a:rPr><a:t>&lt;/a:t&gt;&lt;/a:r&gt;&lt;a:endParaRPr lang=&quot;enUS&quot; dirty=&quot;0&quot;/&gt;&lt;/a:p&gt;&lt;/p:txBody&gt;&lt;/p:sp&gt;&lt;p:sp&gt;&lt;p:nvSpPr&gt;&lt;p:cNvPr id=&quot;4&quot; name=&quot;Slide Number Placeholder 3&quot;/&gt;&lt;p:cNvSpPr&gt;&lt;a:spLocks noGrp=&quot;1&quot;/&gt;&lt;/p:cNvSpPr&gt;&lt;p:nvPr&gt;&lt;p:ph type=&quot;sldNum&quot; sz=&quot;quarter&quot; idx=&quot;10&quot;/&gt;&lt;/p:nvPr&gt;&lt;/p:nvSpPr&gt;&lt;p:spPr/&gt;&lt;p:txBody&gt;&lt;a:bodyPr/&gt;&lt;a:lstStyle/&gt;&lt;a:p&gt;&lt;a:fld id=&quot;{F702145113874CA6816F3879F97B5CBC}&quot; type=&quot;slidenum&quot;&gt;&lt;a:rPr lang=&quot;enUS&quot;/&gt;&lt;a:t&gt;5&lt;/a:t&gt;&lt;/a:fld&gt;&lt;a:endParaRPr lang=&quot;enUS&quot;/&gt;&lt;/a:p&gt;&lt;/p:txBody&gt;&lt;/p:sp&gt;&lt;/p:spTree&gt;&lt;p:extLst&gt;&lt;p:ext uri=&quot;{BB962C8BB14F4D97AF65F5344CB8AC3E}&quot;&gt;&lt;p14:creationId xmlns:p14=&quot;http://schemas.microsoft.com/office/powerpoint/2010/main&quot; val=&quot;1024086991&quot;/&gt;&lt;/p:ext&gt;&lt;/p:extLst&gt;&lt;/p:cSld&gt;&lt;p:clrMapOvr&gt;&lt;a:masterClrMapping/&gt;&lt;/p:clrMapOvr&gt;&lt;/p:notes&gt;PK</a:t></a:r><a:endParaRPr lang="en-US" sz="2000" dirty="0"/></a:p><a:p><a:pPr marL="342900" indent="-342900"><a:spcAft><a:spcPts val="1000"/></a:spcAft><a:buSzPct val="100000"/><a:buChar char="&#x2022;"/></a:pPr><a:r><a:rPr lang="en-US" sz="2000" dirty="0"><a:solidFill><a:srgbClr val="000000"/></a:solidFill></a:rPr><a:t>�yP[�Qe��ppt/notesSlides/_rels/notesSlide5.xml.rels&lt;?xml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a:t></a:r><a:endParaRPr lang="en-US" sz="2000" dirty="0"/></a:p><a:p><a:pPr marL="342900" indent="-342900"><a:spcAft><a:spcPts val="1000"/></a:spcAft><a:buSzPct val="100000"/><a:buChar char="&#x2022;"/></a:pPr><a:r><a:rPr lang="en-US" sz="2000" dirty="0"><a:solidFill><a:srgbClr val="000000"/></a:solidFill></a:rPr><a:t>&lt;Relationship Id=&quot;rId1&quot; Type=&quot;http://schemas.openxmlformats.org/officeDocument/2006/relationships/notesMaster&quot; Target=&quot;../notesMasters/notesMaster1.xml&quot;/&gt;</a:t></a:r><a:endParaRPr lang="en-US" sz="2000" dirty="0"/></a:p><a:p><a:pPr marL="342900" indent="-342900"><a:spcAft><a:spcPts val="1000"/></a:spcAft><a:buSzPct val="100000"/><a:buChar char="&#x2022;"/></a:pPr><a:r><a:rPr lang="en-US" sz="2000" dirty="0"><a:solidFill><a:srgbClr val="000000"/></a:solidFill></a:rPr><a:t>&lt;Relationship Id=&quot;rId2&quot; Type=&quot;http://schemas.openxmlformats.org/officeDocument/2006/relationships/slide&quot; Target=&quot;../slides/slide5.xml&quot;/&gt;</a:t></a:r><a:endParaRPr lang="en-US" sz="2000" dirty="0"/></a:p><a:p><a:pPr marL="342900" indent="-342900"><a:spcAft><a:spcPts val="1000"/></a:spcAft><a:buSzPct val="100000"/><a:buChar char="&#x2022;"/></a:pPr><a:r><a:rPr lang="en-US" sz="2000" dirty="0"><a:solidFill><a:srgbClr val="000000"/></a:solidFill></a:rPr><a:t>&lt;/Relationships&gt;PK</a:t></a:r><a:endParaRPr lang="en-US" sz="2000" dirty="0"/></a:p><a:p><a:pPr marL="342900" indent="-342900"><a:spcAft><a:spcPts val="1000"/></a:spcAft><a:buSzPct val="100000"/><a:buChar char="&#x2022;"/></a:pPr><a:r><a:rPr lang="en-US" sz="2000" dirty="0"><a:solidFill><a:srgbClr val="000000"/></a:solidFill></a:rPr><a:t>�yP[�pP��ppt/slides/slide6.xml&lt;?xml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&lt;p:sld xmlns:a=&quot;http://schemas.openxmlformats.org/drawingml/2006/main&quot; xmlns:r=&quot;http://schemas.openxmlformats.org/officeDocument/2006/relationships&quot; xmlns:p=&quot;http://schemas.openxmlformats.org/presentationml/2006/main&quot;&gt;&lt;p:cSld name=&quot;Slide 6&quot;&gt;&lt;p:spTree&gt;&lt;p:nvGrpSpPr&gt;&lt;p:cNvPr id=&quot;1&quot; name=&quot;&quot;/&gt;&lt;p:cNvGrpSpPr/&gt;&lt;p:nvPr/&gt;&lt;/p:nvGrpSpPr&gt;&lt;p:grpSpPr&gt;&lt;a:xfrm&gt;&lt;a:off x=&quot;0&quot; y=&quot;0&quot;/&gt;&lt;a:ext cx=&quot;0&quot; cy=&quot;0&quot;/&gt;&lt;a:chOff x=&quot;0&quot; y=&quot;0&quot;/&gt;&lt;a:chExt cx=&quot;0&quot; cy=&quot;0&quot;/&gt;&lt;/a:xfrm&gt;&lt;/p:grpSpPr&gt;&lt;p:sp&gt;&lt;p:nvSpPr&gt;&lt;p:cNvPr id=&quot;2&quot; name=&quot;Text 0&quot;&gt;&lt;/p:cNvPr&gt;&lt;p:cNvSpPr/&gt;&lt;p:nvPr&gt;&lt;/p:nvPr&gt;&lt;/p:nvSpPr&gt;&lt;p:spPr&gt;&lt;a:xfrm&gt;&lt;a:off x=&quot;457200&quot; y=&quot;228600&quot;/&gt;&lt;a:ext cx=&quot;10972800&quot; cy=&quot;914400&quot;/&gt;&lt;/a:xfrm&gt;&lt;a:prstGeom prst=&quot;rect&quot;&gt;&lt;a:avLst&gt;&lt;/a:avLst&gt;&lt;/a:prstGeom&gt;&lt;a:noFill/&gt;&lt;a:ln&gt;&lt;/a:ln&gt;&lt;/p:spPr&gt;&lt;p:txBody&gt;&lt;a:bodyPr wrap=&quot;square&quot; rtlCol=&quot;0&quot; anchor=&quot;ctr&quot;&gt;&lt;/a:bodyPr&gt;&lt;a:lstStyle/&gt;&lt;a:p&gt;&lt;a:pPr indent=&quot;0&quot; marL=&quot;0&quot;&gt;&lt;a:buNone/&gt;&lt;/a:pPr&gt;&lt;a:r&gt;&lt;a:rPr lang=&quot;enUS&quot; sz=&quot;3200&quot; b=&quot;1&quot; dirty=&quot;0&quot;&gt;&lt;a:solidFill&gt;&lt;a:srgbClr val=&quot;363636&quot;/&gt;&lt;/a:solidFill&gt;&lt;/a:rPr&gt;&lt;a:t&gt;Business Value &amp;amp; Target Audience&lt;/a:t&gt;&lt;/a:r&gt;&lt;a:endParaRPr lang=&quot;enUS&quot; sz=&quot;3200&quot; dirty=&quot;0&quot;/&gt;&lt;/a:p&gt;&lt;/p:txBody&gt;&lt;/p:sp&gt;&lt;p:sp&gt;&lt;p:nvSpPr&gt;&lt;p:cNvPr id=&quot;3&quot; name=&quot;Text 1&quot;&gt;&lt;/p:cNvPr&gt;&lt;p:cNvSpPr/&gt;&lt;p:nvPr&gt;&lt;/p:nvPr&gt;&lt;/p:nvSpPr&gt;&lt;p:spPr&gt;&lt;a:xfrm&gt;&lt;a:off x=&quot;457200&quot; y=&quot;1371600&quot;/&gt;&lt;a:ext cx=&quot;10972800&quot; cy=&quot;5143500&quot;/&gt;&lt;/a:xfrm&gt;&lt;a:prstGeom prst=&quot;rect&quot;&gt;&lt;a:avLst&gt;&lt;/a:avLst&gt;&lt;/a:prstGeom&gt;&lt;a:noFill/&gt;&lt;a:ln&gt;&lt;/a:ln&gt;&lt;/p:spPr&gt;&lt;p:txBody&gt;&lt;a:bodyPr wrap=&quot;square&quot; rtlCol=&quot;0&quot; anchor=&quot;ctr&quot;&gt;&lt;/a:bodyPr&gt;&lt;a:lstStyle/&gt;&lt;a:p&gt;&lt;a:pPr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val=&quot;000000&quot;/&gt;&lt;/a:solidFill&gt;&lt;/a:rPr&gt;&lt;a:t&gt;Business Value:&lt;/a:t&gt;&lt;/a:r&gt;&lt;a:endParaRPr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val=&quot;000000&quot;/&gt;&lt;/a:solidFill&gt;&lt;/a:rPr&gt;&lt;a:t&gt;Increased Productivity: Frees up administrative staff to focus on highervalue tasks.&lt;/a:t&gt;&lt;/a:r&gt;&lt;a:endParaRPr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val=&quot;000000&quot;/&gt;&lt;/a:solidFill&gt;&lt;/a:rPr&gt;&lt;a:t&gt;Reduced Operational Costs: Minimizes errors in payroll and eliminates the costs of paper supplies.&lt;/a:t&gt;&lt;/a:r&gt;&lt;a:endParaRPr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val=&quot;000000&quot;/&gt;&lt;/a:solidFill&gt;&lt;/a:rPr&gt;&lt;a:t&gt;Improved Accuracy &amp;amp; Compliance: Ensures precise, reliable records for audits and HR management.&lt;/a:t&gt;&lt;/a:r&gt;&lt;a:endParaRPr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val=&quot;000000&quot;/&gt;&lt;/a:solidFill&gt;&lt;/a:rPr&gt;&lt;a:t&gt;DataDriven Insights: Provides clear visibility into attendance patterns to improve workforce or student management.&lt;/a:t&gt;&lt;/a:r&gt;&lt;a:endParaRPr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val=&quot;000000&quot;/&gt;&lt;/a:solidFill&gt;&lt;/a:rPr&gt;&lt;a:t&gt;Target Audience:&lt;/a:t&gt;&lt;/a:r&gt;&lt;a:endParaRPr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val=&quot;000000&quot;/&gt;&lt;/a:solidFill&gt;&lt;/a:rPr&gt;&lt;a:t&gt;Educational Institutions (Schools, Colleges, Universities)&lt;/a:t&gt;&lt;/a:r&gt;&lt;a:endParaRPr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val=&quot;000000&quot;/&gt;&lt;/a:solidFill&gt;&lt;/a:rPr&gt;&lt;a:t&gt;Small to MediumSized Businesses (SMBs)&lt;/a:t&gt;&lt;/a:r&gt;&lt;a:endParaRPr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val=&quot;000000&quot;/&gt;&lt;/a:solidFill&gt;&lt;/a:rPr&gt;&lt;a:t&gt;Corporate Organizations &amp;amp; Enterprises&lt;/a:t&gt;&lt;/a:r&gt;&lt;a:endParaRPr lang=&quot;enUS&quot; sz=&quot;2000&quot; dirty=&quot;0&quot;/&gt;&lt;/a:p&gt;&lt;/p:txBody&gt;&lt;/p:sp&gt;&lt;/p:spTree&gt;&lt;/p:cSld&gt;&lt;p:clrMapOvr&gt;&lt;a:masterClrMapping/&gt;&lt;/p:clrMapOvr&gt;&lt;/p:sld&gt;PK</a:t></a:r><a:endParaRPr lang="en-US" sz="2000" dirty="0"/></a:p><a:p><a:pPr marL="342900" indent="-342900"><a:spcAft><a:spcPts val="1000"/></a:spcAft><a:buSzPct val="100000"/><a:buChar char="&#x2022;"/></a:pPr><a:r><a:rPr lang="en-US" sz="2000" dirty="0"><a:solidFill><a:srgbClr val="000000"/></a:solidFill></a:rPr><a:t>�yP[�g���� ppt/slides/_rels/slide6.xml.rels&lt;?xml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xmlns=&quot;http://schemas.openxmlformats.org/package/2006/relationships&quot;&gt;&lt;Relationship Id=&quot;rId1&quot; Type=&quot;http://schemas.openxmlformats.org/officeDocument/2006/relationships/slideLayout&quot; Target=&quot;../slideLayouts/slideLayout2.xml&quot;/&gt;&lt;Relationship Id=&quot;rId2&quot; Type=&quot;http://schemas.openxmlformats.org/officeDocument/2006/relationships/notesSlide&quot; Target=&quot;../notesSlides/notesSlide6.xml&quot;/&gt;&lt;/Relationships&gt;PK</a:t></a:r><a:endParaRPr lang="en-US" sz="2000" dirty="0"/></a:p><a:p><a:pPr marL="342900" indent="-342900"><a:spcAft><a:spcPts val="1000"/></a:spcAft><a:buSzPct val="100000"/><a:buChar char="&#x2022;"/></a:pPr><a:r><a:rPr lang="en-US" sz="2000" dirty="0"><a:solidFill><a:srgbClr val="000000"/></a:solidFill></a:rPr><a:t>�yP[���ccppt/notesSlides/notesSlide6.xml&lt;?xml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&lt;p:notes xmlns:a=&quot;http://schemas.openxmlformats.org/drawingml/2006/main&quot; xmlns:r=&quot;http://schemas.openxmlformats.org/officeDocument/2006/relationships&quot; xmlns:p=&quot;http://schemas.openxmlformats.org/presentationml/2006/main&quot;&gt;&lt;p:cSld&gt;&lt;p:spTree&gt;&lt;p:nvGrpSpPr&gt;&lt;p:cNvPr id=&quot;1&quot; name=&quot;&quot;/&gt;&lt;p:cNvGrpSpPr/&gt;&lt;p:nvPr/&gt;&lt;/p:nvGrpSpPr&gt;&lt;p:grpSpPr&gt;&lt;a:xfrm&gt;&lt;a:off x=&quot;0&quot; y=&quot;0&quot;/&gt;&lt;a:ext cx=&quot;0&quot; cy=&quot;0&quot;/&gt;&lt;a:chOff x=&quot;0&quot; y=&quot;0&quot;/&gt;&lt;a:chExt cx=&quot;0&quot; cy=&quot;0&quot;/&gt;&lt;/a:xfrm&gt;&lt;/p:grpSpPr&gt;&lt;p:sp&gt;&lt;p:nvSpPr&gt;&lt;p:cNvPr id=&quot;2&quot; name=&quot;Slide Image Placeholder 1&quot;/&gt;&lt;p:cNvSpPr&gt;&lt;a:spLocks noGrp=&quot;1&quot; noRot=&quot;1&quot; noChangeAspect=&quot;1&quot;/&gt;&lt;/p:cNvSpPr&gt;&lt;p:nvPr&gt;&lt;p:ph type=&quot;sldImg&quot;/&gt;&lt;/p:nvPr&gt;&lt;/p:nvSpPr&gt;&lt;p:spPr/&gt;&lt;/p:sp&gt;&lt;p:sp&gt;&lt;p:nvSpPr&gt;&lt;p:cNvPr id=&quot;3&quot; name=&quot;Notes Placeholder 2&quot;/&gt;&lt;p:cNvSpPr&gt;&lt;a:spLocks noGrp=&quot;1&quot;/&gt;&lt;/p:cNvSpPr&gt;&lt;p:nvPr&gt;&lt;p:ph type=&quot;body&quot; idx=&quot;1&quot;/&gt;&lt;/p:nvPr&gt;&lt;/p:nvSpPr&gt;&lt;p:spPr/&gt;&lt;p:txBody&gt;&lt;a:bodyPr/&gt;&lt;a:lstStyle/&gt;&lt;a:p&gt;&lt;a:r&gt;&lt;a:rPr lang=&quot;enUS&quot; dirty=&quot;0&quot;/&gt;&lt;a:t&gt;&amp;quot;The value our system brings to your organization is clear and measurable. You&amp;apos;ll see an immediate increase in productivity, a reduction in operational costs, and a significant improvement in data accuracy and compliance. Most importantly, you gain valuable insights to manage your people more effectively. This solution is ideal for any organization looking to modernize its processes, from schools and universities to businesses of all sizes.&amp;quot;</a:t></a:r><a:endParaRPr lang="en-US" sz="2000" dirty="0"/></a:p><a:p><a:pPr marL="342900" indent="-342900"><a:spcAft><a:spcPts val="1000"/></a:spcAft><a:buSzPct val="100000"/><a:buChar char="&#x2022;"/></a:pPr><a:r><a:rPr lang="en-US" sz="2000" dirty="0"><a:solidFill><a:srgbClr val="000000"/></a:solidFill></a:rPr><a:t>&lt;/a:t&gt;&lt;/a:r&gt;&lt;a:endParaRPr lang=&quot;enUS&quot; dirty=&quot;0&quot;/&gt;&lt;/a:p&gt;&lt;/p:txBody&gt;&lt;/p:sp&gt;&lt;p:sp&gt;&lt;p:nvSpPr&gt;&lt;p:cNvPr id=&quot;4&quot; name=&quot;Slide Number Placeholder 3&quot;/&gt;&lt;p:cNvSpPr&gt;&lt;a:spLocks noGrp=&quot;1&quot;/&gt;&lt;/p:cNvSpPr&gt;&lt;p:nvPr&gt;&lt;p:ph type=&quot;sldNum&quot; sz=&quot;quarter&quot; idx=&quot;10&quot;/&gt;&lt;/p:nvPr&gt;&lt;/p:nvSpPr&gt;&lt;p:spPr/&gt;&lt;p:txBody&gt;&lt;a:bodyPr/&gt;&lt;a:lstStyle/&gt;&lt;a:p&gt;&lt;a:fld id=&quot;{F702145113874CA6816F3879F97B5CBC}&quot; type=&quot;slidenum&quot;&gt;&lt;a:rPr lang=&quot;enUS&quot;/&gt;&lt;a:t&gt;6&lt;/a:t&gt;&lt;/a:fld&gt;&lt;a:endParaRPr lang=&quot;enUS&quot;/&gt;&lt;/a:p&gt;&lt;/p:txBody&gt;&lt;/p:sp&gt;&lt;/p:spTree&gt;&lt;p:extLst&gt;&lt;p:ext uri=&quot;{BB962C8BB14F4D97AF65F5344CB8AC3E}&quot;&gt;&lt;p14:creationId xmlns:p14=&quot;http://schemas.microsoft.com/office/powerpoint/2010/main&quot; val=&quot;1024086991&quot;/&gt;&lt;/p:ext&gt;&lt;/p:extLst&gt;&lt;/p:cSld&gt;&lt;p:clrMapOvr&gt;&lt;a:masterClrMapping/&gt;&lt;/p:clrMapOvr&gt;&lt;/p:notes&gt;PK</a:t></a:r><a:endParaRPr lang="en-US" sz="2000" dirty="0"/></a:p><a:p><a:pPr marL="342900" indent="-342900"><a:spcAft><a:spcPts val="1000"/></a:spcAft><a:buSzPct val="100000"/><a:buChar char="&#x2022;"/></a:pPr><a:r><a:rPr lang="en-US" sz="2000" dirty="0"><a:solidFill><a:srgbClr val="000000"/></a:solidFill></a:rPr><a:t>�yP[=|����ppt/notesSlides/_rels/notesSlide6.xml.rels&lt;?xml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a:t></a:r><a:endParaRPr lang="en-US" sz="2000" dirty="0"/></a:p><a:p><a:pPr marL="342900" indent="-342900"><a:spcAft><a:spcPts val="1000"/></a:spcAft><a:buSzPct val="100000"/><a:buChar char="&#x2022;"/></a:pPr><a:r><a:rPr lang="en-US" sz="2000" dirty="0"><a:solidFill><a:srgbClr val="000000"/></a:solidFill></a:rPr><a:t>&lt;Relationship Id=&quot;rId1&quot; Type=&quot;http://schemas.openxmlformats.org/officeDocument/2006/relationships/notesMaster&quot; Target=&quot;../notesMasters/notesMaster1.xml&quot;/&gt;</a:t></a:r><a:endParaRPr lang="en-US" sz="2000" dirty="0"/></a:p><a:p><a:pPr marL="342900" indent="-342900"><a:spcAft><a:spcPts val="1000"/></a:spcAft><a:buSzPct val="100000"/><a:buChar char="&#x2022;"/></a:pPr><a:r><a:rPr lang="en-US" sz="2000" dirty="0"><a:solidFill><a:srgbClr val="000000"/></a:solidFill></a:rPr><a:t>&lt;Relationship Id=&quot;rId2&quot; Type=&quot;http://schemas.openxmlformats.org/officeDocument/2006/relationships/slide&quot; Target=&quot;../slides/slide6.xml&quot;/&gt;</a:t></a:r><a:endParaRPr lang="en-US" sz="2000" dirty="0"/></a:p><a:p><a:pPr marL="342900" indent="-342900"><a:spcAft><a:spcPts val="1000"/></a:spcAft><a:buSzPct val="100000"/><a:buChar char="&#x2022;"/></a:pPr><a:r><a:rPr lang="en-US" sz="2000" dirty="0"><a:solidFill><a:srgbClr val="000000"/></a:solidFill></a:rPr><a:t>&lt;/Relationships&gt;PK</a:t></a:r><a:endParaRPr lang="en-US" sz="2000" dirty="0"/></a:p><a:p><a:pPr marL="342900" indent="-342900"><a:spcAft><a:spcPts val="1000"/></a:spcAft><a:buSzPct val="100000"/><a:buChar char="&#x2022;"/></a:pPr><a:r><a:rPr lang="en-US" sz="2000" dirty="0"><a:solidFill><a:srgbClr val="000000"/></a:solidFill></a:rPr><a:t>�yP[��?Tppt/slides/slide7.xml&lt;?xml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&lt;p:sld xmlns:a=&quot;http://schemas.openxmlformats.org/drawingml/2006/main&quot; xmlns:r=&quot;http://schemas.openxmlformats.org/officeDocument/2006/relationships&quot; xmlns:p=&quot;http://schemas.openxmlformats.org/presentationml/2006/main&quot;&gt;&lt;p:cSld name=&quot;Slide 7&quot;&gt;&lt;p:spTree&gt;&lt;p:nvGrpSpPr&gt;&lt;p:cNvPr id=&quot;1&quot; name=&quot;&quot;/&gt;&lt;p:cNvGrpSpPr/&gt;&lt;p:nvPr/&gt;&lt;/p:nvGrpSpPr&gt;&lt;p:grpSpPr&gt;&lt;a:xfrm&gt;&lt;a:off x=&quot;0&quot; y=&quot;0&quot;/&gt;&lt;a:ext cx=&quot;0&quot; cy=&quot;0&quot;/&gt;&lt;a:chOff x=&quot;0&quot; y=&quot;0&quot;/&gt;&lt;a:chExt cx=&quot;0&quot; cy=&quot;0&quot;/&gt;&lt;/a:xfrm&gt;&lt;/p:grpSpPr&gt;&lt;p:sp&gt;&lt;p:nvSpPr&gt;&lt;p:cNvPr id=&quot;2&quot; name=&quot;Text 0&quot;&gt;&lt;/p:cNvPr&gt;&lt;p:cNvSpPr/&gt;&lt;p:nvPr&gt;&lt;/p:nvPr&gt;&lt;/p:nvSpPr&gt;&lt;p:spPr&gt;&lt;a:xfrm&gt;&lt;a:off x=&quot;457200&quot; y=&quot;228600&quot;/&gt;&lt;a:ext cx=&quot;10972800&quot; cy=&quot;914400&quot;/&gt;&lt;/a:xfrm&gt;&lt;a:prstGeom prst=&quot;rect&quot;&gt;&lt;a:avLst&gt;&lt;/a:avLst&gt;&lt;/a:prstGeom&gt;&lt;a:noFill/&gt;&lt;a:ln&gt;&lt;/a:ln&gt;&lt;/p:spPr&gt;&lt;p:txBody&gt;&lt;a:bodyPr wrap=&quot;square&quot; rtlCol=&quot;0&quot; anchor=&quot;ctr&quot;&gt;&lt;/a:bodyPr&gt;&lt;a:lstStyle/&gt;&lt;a:p&gt;&lt;a:pPr indent=&quot;0&quot; marL=&quot;0&quot;&gt;&lt;a:buNone/&gt;&lt;/a:pPr&gt;&lt;a:r&gt;&lt;a:rPr lang=&quot;enUS&quot; sz=&quot;3200&quot; b=&quot;1&quot; dirty=&quot;0&quot;&gt;&lt;a:solidFill&gt;&lt;a:srgbClr val=&quot;363636&quot;/&gt;&lt;/a:solidFill&gt;&lt;/a:rPr&gt;&lt;a:t&gt;Next Steps / Call to Action&lt;/a:t&gt;&lt;/a:r&gt;&lt;a:endParaRPr lang=&quot;enUS&quot; sz=&quot;3200&quot; dirty=&quot;0&quot;/&gt;&lt;/a:p&gt;&lt;/p:txBody&gt;&lt;/p:sp&gt;&lt;p:sp&gt;&lt;p:nvSpPr&gt;&lt;p:cNvPr id=&quot;3&quot; name=&quot;Text 1&quot;&gt;&lt;/p:cNvPr&gt;&lt;p:cNvSpPr/&gt;&lt;p:nvPr&gt;&lt;/p:nvPr&gt;&lt;/p:nvSpPr&gt;&lt;p:spPr&gt;&lt;a:xfrm&gt;&lt;a:off x=&quot;457200&quot; y=&quot;1371600&quot;/&gt;&lt;a:ext cx=&quot;10972800&quot; cy=&quot;5143500&quot;/&gt;&lt;/a:xfrm&gt;&lt;a:prstGeom prst=&quot;rect&quot;&gt;&lt;a:avLst&gt;&lt;/a:avLst&gt;&lt;/a:prstGeom&gt;&lt;a:noFill/&gt;&lt;a:ln&gt;&lt;/a:ln&gt;&lt;/p:spPr&gt;&lt;p:txBody&gt;&lt;a:bodyPr wrap=&quot;square&quot; rtlCol=&quot;0&quot; anchor=&quot;ctr&quot;&gt;&lt;/a:bodyPr&gt;&lt;a:lstStyle/&gt;&lt;a:p&gt;&lt;a:pPr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val=&quot;000000&quot;/&gt;&lt;/a:solidFill&gt;&lt;/a:rPr&gt;&lt;a:t&gt;Let&amp;apos;s modernize your attendance tracking together.&lt;/a:t&gt;&lt;/a:r&gt;&lt;a:endParaRPr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val=&quot;000000&quot;/&gt;&lt;/a:solidFill&gt;&lt;/a:rPr&gt;&lt;a:t&gt;1.  Schedule a Live Demo: See the system in action and get your specific questions answered.&lt;/a:t&gt;&lt;/a:r&gt;&lt;a:endParaRPr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val=&quot;000000&quot;/&gt;&lt;/a:solidFill&gt;&lt;/a:rPr&gt;&lt;a:t&gt;2.  Discuss a Pilot Program: Let&amp;apos;s set up a trial for one of your departments to demonstrate the value firsthand.&lt;/a:t&gt;&lt;/a:r&gt;&lt;a:endParaRPr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val=&quot;000000&quot;/&gt;&lt;/a:solidFill&gt;&lt;/a:rPr&gt;&lt;a:t&gt;Contact Us:&lt;/a:t&gt;&lt;/a:r&gt;&lt;a:endParaRPr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val=&quot;000000&quot;/&gt;&lt;/a:solidFill&gt;&lt;/a:rPr&gt;&lt;a:t&gt;Email: demo@attendancesystem.com&lt;/a:t&gt;&lt;/a:r&gt;&lt;a:endParaRPr lang=&quot;enUS&quot; sz=&quot;2000&quot; dirty=&quot;0&quot;/&gt;&lt;/a:p&gt;&lt;a:p&gt;&lt;a:pPr marL=&quot;342900&quot; indent=&quot;342900&quot;&gt;&lt;a:spcAft&gt;&lt;a:spcPts val=&quot;1000&quot;/&gt;&lt;/a:spcAft&gt;&lt;a:buSzPct val=&quot;100000&quot;/&gt;&lt;a:buChar char=&quot;&amp;x2022;&quot;/&gt;&lt;/a:pPr&gt;&lt;a:r&gt;&lt;a:rPr lang=&quot;enUS&quot; sz=&quot;2000&quot; dirty=&quot;0&quot;&gt;&lt;a:solidFill&gt;&lt;a:srgbClr val=&quot;000000&quot;/&gt;&lt;/a:solidFill&gt;&lt;/a:rPr&gt;&lt;a:t&gt;Website: www.attendancesystem.com&lt;/a:t&gt;&lt;/a:r&gt;&lt;a:endParaRPr lang=&quot;enUS&quot; sz=&quot;2000&quot; dirty=&quot;0&quot;/&gt;&lt;/a:p&gt;&lt;/p:txBody&gt;&lt;/p:sp&gt;&lt;/p:spTree&gt;&lt;/p:cSld&gt;&lt;p:clrMapOvr&gt;&lt;a:masterClrMapping/&gt;&lt;/p:clrMapOvr&gt;&lt;/p:sld&gt;PK</a:t></a:r><a:endParaRPr lang="en-US" sz="2000" dirty="0"/></a:p><a:p><a:pPr marL="342900" indent="-342900"><a:spcAft><a:spcPts val="1000"/></a:spcAft><a:buSzPct val="100000"/><a:buChar char="&#x2022;"/></a:pPr><a:r><a:rPr lang="en-US" sz="2000" dirty="0"><a:solidFill><a:srgbClr val="000000"/></a:solidFill></a:rPr><a:t>�yP[��d�� ppt/slides/_rels/slide7.xml.rels&lt;?xml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xmlns=&quot;http://schemas.openxmlformats.org/package/2006/relationships&quot;&gt;&lt;Relationship Id=&quot;rId1&quot; Type=&quot;http://schemas.openxmlformats.org/officeDocument/2006/relationships/slideLayout&quot; Target=&quot;../slideLayouts/slideLayout2.xml&quot;/&gt;&lt;Relationship Id=&quot;rId2&quot; Type=&quot;http://schemas.openxmlformats.org/officeDocument/2006/relationships/notesSlide&quot; Target=&quot;../notesSlides/notesSlide7.xml&quot;/&gt;&lt;/Relationships&gt;PK</a:t></a:r><a:endParaRPr lang="en-US" sz="2000" dirty="0"/></a:p><a:p><a:pPr marL="342900" indent="-342900"><a:spcAft><a:spcPts val="1000"/></a:spcAft><a:buSzPct val="100000"/><a:buChar char="&#x2022;"/></a:pPr><a:r><a:rPr lang="en-US" sz="2000" dirty="0"><a:solidFill><a:srgbClr val="000000"/></a:solidFill></a:rPr><a:t>�yP[���0ppt/notesSlides/notesSlide7.xml&lt;?xml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&lt;p:notes xmlns:a=&quot;http://schemas.openxmlformats.org/drawingml/2006/main&quot; xmlns:r=&quot;http://schemas.openxmlformats.org/officeDocument/2006/relationships&quot; xmlns:p=&quot;http://schemas.openxmlformats.org/presentationml/2006/main&quot;&gt;&lt;p:cSld&gt;&lt;p:spTree&gt;&lt;p:nvGrpSpPr&gt;&lt;p:cNvPr id=&quot;1&quot; name=&quot;&quot;/&gt;&lt;p:cNvGrpSpPr/&gt;&lt;p:nvPr/&gt;&lt;/p:nvGrpSpPr&gt;&lt;p:grpSpPr&gt;&lt;a:xfrm&gt;&lt;a:off x=&quot;0&quot; y=&quot;0&quot;/&gt;&lt;a:ext cx=&quot;0&quot; cy=&quot;0&quot;/&gt;&lt;a:chOff x=&quot;0&quot; y=&quot;0&quot;/&gt;&lt;a:chExt cx=&quot;0&quot; cy=&quot;0&quot;/&gt;&lt;/a:xfrm&gt;&lt;/p:grpSpPr&gt;&lt;p:sp&gt;&lt;p:nvSpPr&gt;&lt;p:cNvPr id=&quot;2&quot; name=&quot;Slide Image Placeholder 1&quot;/&gt;&lt;p:cNvSpPr&gt;&lt;a:spLocks noGrp=&quot;1&quot; noRot=&quot;1&quot; noChangeAspect=&quot;1&quot;/&gt;&lt;/p:cNvSpPr&gt;&lt;p:nvPr&gt;&lt;p:ph type=&quot;sldImg&quot;/&gt;&lt;/p:nvPr&gt;&lt;/p:nvSpPr&gt;&lt;p:spPr/&gt;&lt;/p:sp&gt;&lt;p:sp&gt;&lt;p:nvSpPr&gt;&lt;p:cNvPr id=&quot;3&quot; name=&quot;Notes Placeholder 2&quot;/&gt;&lt;p:cNvSpPr&gt;&lt;a:spLocks noGrp=&quot;1&quot;/&gt;&lt;/p:cNvSpPr&gt;&lt;p:nvPr&gt;&lt;p:ph type=&quot;body&quot; idx=&quot;1&quot;/&gt;&lt;/p:nvPr&gt;&lt;/p:nvSpPr&gt;&lt;p:spPr/&gt;&lt;p:txBody&gt;&lt;a:bodyPr/&gt;&lt;a:lstStyle/&gt;&lt;a:p&gt;&lt;a:r&gt;&lt;a:rPr lang=&quot;enUS&quot; dirty=&quot;0&quot;/&gt;&lt;a:t&gt;&amp;quot;The next step is simple. We&amp;apos;d love to schedule a live, personalized demo to walk you through the platform and show you how it can be tailored to your specific needs. We&amp;apos;re also open to discussing a pilot program to prove its value within your own environment. Please feel free to reach out to us via email or visit our website. Thank you for your time.&amp;quot;&lt;/a:t&gt;&lt;/a:r&gt;&lt;a:endParaRPr lang=&quot;enUS&quot; dirty=&quot;0&quot;/&gt;&lt;/a:p&gt;&lt;/p:txBody&gt;&lt;/p:sp&gt;&lt;p:sp&gt;&lt;p:nvSpPr&gt;&lt;p:cNvPr id=&quot;4&quot; name=&quot;Slide Number Placeholder 3&quot;/&gt;&lt;p:cNvSpPr&gt;&lt;a:spLocks noGrp=&quot;1&quot;/&gt;&lt;/p:cNvSpPr&gt;&lt;p:nvPr&gt;&lt;p:ph type=&quot;sldNum&quot; sz=&quot;quarter&quot; idx=&quot;10&quot;/&gt;&lt;/p:nvPr&gt;&lt;/p:nvSpPr&gt;&lt;p:spPr/&gt;&lt;p:txBody&gt;&lt;a:bodyPr/&gt;&lt;a:lstStyle/&gt;&lt;a:p&gt;&lt;a:fld id=&quot;{F702145113874CA6816F3879F97B5CBC}&quot; type=&quot;slidenum&quot;&gt;&lt;a:rPr lang=&quot;enUS&quot;/&gt;&lt;a:t&gt;7&lt;/a:t&gt;&lt;/a:fld&gt;&lt;a:endParaRPr lang=&quot;enUS&quot;/&gt;&lt;/a:p&gt;&lt;/p:txBody&gt;&lt;/p:sp&gt;&lt;/p:spTree&gt;&lt;p:extLst&gt;&lt;p:ext uri=&quot;{BB962C8BB14F4D97AF65F5344CB8AC3E}&quot;&gt;&lt;p14:creationId xmlns:p14=&quot;http://schemas.microsoft.com/office/powerpoint/2010/main&quot; val=&quot;1024086991&quot;/&gt;&lt;/p:ext&gt;&lt;/p:extLst&gt;&lt;/p:cSld&gt;&lt;p:clrMapOvr&gt;&lt;a:masterClrMapping/&gt;&lt;/p:clrMapOvr&gt;&lt;/p:notes&gt;PK</a:t></a:r><a:endParaRPr lang="en-US" sz="2000" dirty="0"/></a:p><a:p><a:pPr marL="342900" indent="-342900"><a:spcAft><a:spcPts val="1000"/></a:spcAft><a:buSzPct val="100000"/><a:buChar char="&#x2022;"/></a:pPr><a:r><a:rPr lang="en-US" sz="2000" dirty="0"><a:solidFill><a:srgbClr val="000000"/></a:solidFill></a:rPr><a:t>�yP[|g���ppt/notesSlides/_rels/notesSlide7.xml.rels&lt;?xml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a:t></a:r><a:endParaRPr lang="en-US" sz="2000" dirty="0"/></a:p><a:p><a:pPr marL="342900" indent="-342900"><a:spcAft><a:spcPts val="1000"/></a:spcAft><a:buSzPct val="100000"/><a:buChar char="&#x2022;"/></a:pPr><a:r><a:rPr lang="en-US" sz="2000" dirty="0"><a:solidFill><a:srgbClr val="000000"/></a:solidFill></a:rPr><a:t>&lt;Relationship Id=&quot;rId1&quot; Type=&quot;http://schemas.openxmlformats.org/officeDocument/2006/relationships/notesMaster&quot; Target=&quot;../notesMasters/notesMaster1.xml&quot;/&gt;</a:t></a:r><a:endParaRPr lang="en-US" sz="2000" dirty="0"/></a:p><a:p><a:pPr marL="342900" indent="-342900"><a:spcAft><a:spcPts val="1000"/></a:spcAft><a:buSzPct val="100000"/><a:buChar char="&#x2022;"/></a:pPr><a:r><a:rPr lang="en-US" sz="2000" dirty="0"><a:solidFill><a:srgbClr val="000000"/></a:solidFill></a:rPr><a:t>&lt;Relationship Id=&quot;rId2&quot; Type=&quot;http://schemas.openxmlformats.org/officeDocument/2006/relationships/slide&quot; Target=&quot;../slides/slide7.xml&quot;/&gt;</a:t></a:r><a:endParaRPr lang="en-US" sz="2000" dirty="0"/></a:p><a:p><a:pPr marL="342900" indent="-342900"><a:spcAft><a:spcPts val="1000"/></a:spcAft><a:buSzPct val="100000"/><a:buChar char="&#x2022;"/></a:pPr><a:r><a:rPr lang="en-US" sz="2000" dirty="0"><a:solidFill><a:srgbClr val="000000"/></a:solidFill></a:rPr><a:t>&lt;/Relationships&gt;PK</a:t></a:r><a:endParaRPr lang="en-US" sz="2000" dirty="0"/></a:p><a:p><a:pPr marL="342900" indent="-342900"><a:spcAft><a:spcPts val="1000"/></a:spcAft><a:buSzPct val="100000"/><a:buChar char="&#x2022;"/></a:pPr><a:r><a:rPr lang="en-US" sz="2000" dirty="0"><a:solidFill><a:srgbClr val="000000"/></a:solidFill></a:rPr><a:t>�yP[�|��!ppt/slideMasters/slideMaster1.xml&lt;?xml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&lt;p:sldMaster xmlns:a=&quot;http://schemas.openxmlformats.org/drawingml/2006/main&quot; xmlns:r=&quot;http://schemas.openxmlformats.org/officeDocument/2006/relationships&quot; xmlns:p=&quot;http://schemas.openxmlformats.org/presentationml/2006/main&quot;&gt;&lt;p:cSld&gt;&lt;p:spTree&gt;&lt;p:nvGrpSpPr&gt;&lt;p:cNvPr id=&quot;1&quot; name=&quot;&quot;/&gt;&lt;p:cNvGrpSpPr/&gt;&lt;p:nvPr/&gt;&lt;/p:nvGrpSpPr&gt;&lt;p:grpSpPr&gt;&lt;a:xfrm&gt;&lt;a:off x=&quot;0&quot; y=&quot;0&quot;/&gt;&lt;a:ext cx=&quot;0&quot; cy=&quot;0&quot;/&gt;&lt;a:chOff x=&quot;0&quot; y=&quot;0&quot;/&gt;&lt;a:chExt cx=&quot;0&quot; cy=&quot;0&quot;/&gt;&lt;/a:xfrm&gt;&lt;/p:grpSpPr&gt;&lt;/p:spTree&gt;&lt;/p:cSld&gt;&lt;p:clrMap bg1=&quot;lt1&quot; tx1=&quot;dk1&quot; bg2=&quot;lt2&quot; tx2=&quot;dk2&quot; accent1=&quot;accent1&quot; accent2=&quot;accent2&quot; accent3=&quot;accent3&quot; accent4=&quot;accent4&quot; accent5=&quot;accent5&quot; accent6=&quot;accent6&quot; hlink=&quot;hlink&quot; folHlink=&quot;folHlink&quot;/&gt;&lt;p:sldLayoutIdLst&gt;&lt;p:sldLayoutId id=&quot;2147483649&quot; r:id=&quot;rId1&quot;/&gt;&lt;p:sldLayoutId id=&quot;2147483650&quot; r:id=&quot;rId2&quot;/&gt;&lt;/p:sldLayoutIdLst&gt;&lt;p:hf sldNum=&quot;0&quot; hdr=&quot;0&quot; ftr=&quot;0&quot; dt=&quot;0&quot;/&gt;&lt;p:txStyles&gt; &lt;p:titleStyle&gt;  &lt;a:lvl1pPr algn=&quot;ctr&quot; defTabSz=&quot;914400&quot; rtl=&quot;0&quot; eaLnBrk=&quot;1&quot; latinLnBrk=&quot;0&quot; hangingPunct=&quot;1&quot;&gt;&lt;a:spcBef&gt;&lt;a:spcPct val=&quot;0&quot;/&gt;&lt;/a:spcBef&gt;&lt;a:buNone/&gt;&lt;a:defRPr sz=&quot;4400&quot; kern=&quot;1200&quot;&gt;&lt;a:solidFill&gt;&lt;a:schemeClr val=&quot;tx1&quot;/&gt;&lt;/a:solidFill&gt;&lt;a:latin typeface=&quot;+mjlt&quot;/&gt;&lt;a:ea typeface=&quot;+mjea&quot;/&gt;&lt;a:cs typeface=&quot;+mjcs&quot;/&gt;&lt;/a:defRPr&gt;&lt;/a:lvl1pPr&gt; &lt;/p:titleStyle&gt; &lt;p:bodyStyle&gt;  &lt;a:lvl1pPr marL=&quot;342900&quot; indent=&quot;342900&quot; algn=&quot;l&quot; defTabSz=&quot;914400&quot; rtl=&quot;0&quot; eaLnBrk=&quot;1&quot; latinLnBrk=&quot;0&quot; hangingPunct=&quot;1&quot;&gt;&lt;a:spcBef&gt;&lt;a:spcPct val=&quot;20000&quot;/&gt;&lt;/a:spcBef&gt;&lt;a:buFont typeface=&quot;Arial&quot; pitchFamily=&quot;34&quot; charset=&quot;0&quot;/&gt;&lt;a:buChar char=&quot;•&quot;/&gt;&lt;a:defRPr sz=&quot;3200&quot; kern=&quot;1200&quot;&gt;&lt;a:solidFill&gt;&lt;a:schemeClr val=&quot;tx1&quot;/&gt;&lt;/a:solidFill&gt;&lt;a:latin typeface=&quot;+mnlt&quot;/&gt;&lt;a:ea typeface=&quot;+mnea&quot;/&gt;&lt;a:cs typeface=&quot;+mncs&quot;/&gt;&lt;/a:defRPr&gt;&lt;/a:lvl1pPr&gt;  &lt;a:lvl2pPr marL=&quot;742950&quot; indent=&quot;285750&quot; algn=&quot;l&quot; defTabSz=&quot;914400&quot; rtl=&quot;0&quot; eaLnBrk=&quot;1&quot; latinLnBrk=&quot;0&quot; hangingPunct=&quot;1&quot;&gt;&lt;a:spcBef&gt;&lt;a:spcPct val=&quot;20000&quot;/&gt;&lt;/a:spcBef&gt;&lt;a:buFont typeface=&quot;Arial&quot; pitchFamily=&quot;34&quot; charset=&quot;0&quot;/&gt;&lt;a:buChar char=&quot;–&quot;/&gt;&lt;a:defRPr sz=&quot;2800&quot; kern=&quot;1200&quot;&gt;&lt;a:solidFill&gt;&lt;a:schemeClr val=&quot;tx1&quot;/&gt;&lt;/a:solidFill&gt;&lt;a:latin typeface=&quot;+mnlt&quot;/&gt;&lt;a:ea typeface=&quot;+mnea&quot;/&gt;&lt;a:cs typeface=&quot;+mncs&quot;/&gt;&lt;/a:defRPr&gt;&lt;/a:lvl2pPr&gt;  &lt;a:lvl3pPr marL=&quot;1143000&quot; indent=&quot;228600&quot; algn=&quot;l&quot; defTabSz=&quot;914400&quot; rtl=&quot;0&quot; eaLnBrk=&quot;1&quot; latinLnBrk=&quot;0&quot; hangingPunct=&quot;1&quot;&gt;&lt;a:spcBef&gt;&lt;a:spcPct val=&quot;20000&quot;/&gt;&lt;/a:spcBef&gt;&lt;a:buFont typeface=&quot;Arial&quot; pitchFamily=&quot;34&quot; charset=&quot;0&quot;/&gt;&lt;a:buChar char=&quot;•&quot;/&gt;&lt;a:defRPr sz=&quot;2400&quot; kern=&quot;1200&quot;&gt;&lt;a:solidFill&gt;&lt;a:schemeClr val=&quot;tx1&quot;/&gt;&lt;/a:solidFill&gt;&lt;a:latin typeface=&quot;+mnlt&quot;/&gt;&lt;a:ea typeface=&quot;+mnea&quot;/&gt;&lt;a:cs typeface=&quot;+mncs&quot;/&gt;&lt;/a:defRPr&gt;&lt;/a:lvl3pPr&gt;  &lt;a:lvl4pPr marL=&quot;1600200&quot; indent=&quot;228600&quot; algn=&quot;l&quot; defTabSz=&quot;914400&quot; rtl=&quot;0&quot; eaLnBrk=&quot;1&quot; latinLnBrk=&quot;0&quot; hangingPunct=&quot;1&quot;&gt;&lt;a:spcBef&gt;&lt;a:spcPct val=&quot;20000&quot;/&gt;&lt;/a:spcBef&gt;&lt;a:buFont typeface=&quot;Arial&quot; pitchFamily=&quot;34&quot; charset=&quot;0&quot;/&gt;&lt;a:buChar char=&quot;–&quot;/&gt;&lt;a:defRPr sz=&quot;2000&quot; kern=&quot;1200&quot;&gt;&lt;a:solidFill&gt;&lt;a:schemeClr val=&quot;tx1&quot;/&gt;&lt;/a:solidFill&gt;&lt;a:latin typeface=&quot;+mnlt&quot;/&gt;&lt;a:ea typeface=&quot;+mnea&quot;/&gt;&lt;a:cs typeface=&quot;+mncs&quot;/&gt;&lt;/a:defRPr&gt;&lt;/a:lvl4pPr&gt;  &lt;a:lvl5pPr marL=&quot;2057400&quot; indent=&quot;228600&quot; algn=&quot;l&quot; defTabSz=&quot;914400&quot; rtl=&quot;0&quot; eaLnBrk=&quot;1&quot; latinLnBrk=&quot;0&quot; hangingPunct=&quot;1&quot;&gt;&lt;a:spcBef&gt;&lt;a:spcPct val=&quot;20000&quot;/&gt;&lt;/a:spcBef&gt;&lt;a:buFont typeface=&quot;Arial&quot; pitchFamily=&quot;34&quot; charset=&quot;0&quot;/&gt;&lt;a:buChar char=&quot;»&quot;/&gt;&lt;a:defRPr sz=&quot;2000&quot; kern=&quot;1200&quot;&gt;&lt;a:solidFill&gt;&lt;a:schemeClr val=&quot;tx1&quot;/&gt;&lt;/a:solidFill&gt;&lt;a:latin typeface=&quot;+mnlt&quot;/&gt;&lt;a:ea typeface=&quot;+mnea&quot;/&gt;&lt;a:cs typeface=&quot;+mncs&quot;/&gt;&lt;/a:defRPr&gt;&lt;/a:lvl5pPr&gt;  &lt;a:lvl6pPr marL=&quot;2514600&quot; indent=&quot;228600&quot; algn=&quot;l&quot; defTabSz=&quot;914400&quot; rtl=&quot;0&quot; eaLnBrk=&quot;1&quot; latinLnBrk=&quot;0&quot; hangingPunct=&quot;1&quot;&gt;&lt;a:spcBef&gt;&lt;a:spcPct val=&quot;20000&quot;/&gt;&lt;/a:spcBef&gt;&lt;a:buFont typeface=&quot;Arial&quot; pitchFamily=&quot;34&quot; charset=&quot;0&quot;/&gt;&lt;a:buChar char=&quot;•&quot;/&gt;&lt;a:defRPr sz=&quot;2000&quot; kern=&quot;1200&quot;&gt;&lt;a:solidFill&gt;&lt;a:schemeClr val=&quot;tx1&quot;/&gt;&lt;/a:solidFill&gt;&lt;a:latin typeface=&quot;+mnlt&quot;/&gt;&lt;a:ea typeface=&quot;+mnea&quot;/&gt;&lt;a:cs typeface=&quot;+mncs&quot;/&gt;&lt;/a:defRPr&gt;&lt;/a:lvl6pPr&gt;  &lt;a:lvl7pPr marL=&quot;2971800&quot; indent=&quot;228600&quot; algn=&quot;l&quot; defTabSz=&quot;914400&quot; rtl=&quot;0&quot; eaLnBrk=&quot;1&quot; latinLnBrk=&quot;0&quot; hangingPunct=&quot;1&quot;&gt;&lt;a:spcBef&gt;&lt;a:spcPct val=&quot;20000&quot;/&gt;&lt;/a:spcBef&gt;&lt;a:buFont typeface=&quot;Arial&quot; pitchFamily=&quot;34&quot; charset=&quot;0&quot;/&gt;&lt;a:buChar char=&quot;•&quot;/&gt;&lt;a:defRPr sz=&quot;2000&quot; kern=&quot;1200&quot;&gt;&lt;a:solidFill&gt;&lt;a:schemeClr val=&quot;tx1&quot;/&gt;&lt;/a:solidFill&gt;&lt;a:latin typeface=&quot;+mnlt&quot;/&gt;&lt;a:ea typeface=&quot;+mnea&quot;/&gt;&lt;a:cs typeface=&quot;+mncs&quot;/&gt;&lt;/a:defRPr&gt;&lt;/a:lvl7pPr&gt;  &lt;a:lvl8pPr marL=&quot;3429000&quot; indent=&quot;228600&quot; algn=&quot;l&quot; defTabSz=&quot;914400&quot; rtl=&quot;0&quot; eaLnBrk=&quot;1&quot; latinLnBrk=&quot;0&quot; hangingPunct=&quot;1&quot;&gt;&lt;a:spcBef&gt;&lt;a:spcPct val=&quot;20000&quot;/&gt;&lt;/a:spcBef&gt;&lt;a:buFont typeface=&quot;Arial&quot; pitchFamily=&quot;34&quot; charset=&quot;0&quot;/&gt;&lt;a:buChar char=&quot;•&quot;/&gt;&lt;a:defRPr sz=&quot;2000&quot; kern=&quot;1200&quot;&gt;&lt;a:solidFill&gt;&lt;a:schemeClr val=&quot;tx1&quot;/&gt;&lt;/a:solidFill&gt;&lt;a:latin typeface=&quot;+mnlt&quot;/&gt;&lt;a:ea typeface=&quot;+mnea&quot;/&gt;&lt;a:cs typeface=&quot;+mncs&quot;/&gt;&lt;/a:defRPr&gt;&lt;/a:lvl8pPr&gt;  &lt;a:lvl9pPr marL=&quot;3886200&quot; indent=&quot;228600&quot; algn=&quot;l&quot; defTabSz=&quot;914400&quot; rtl=&quot;0&quot; eaLnBrk=&quot;1&quot; latinLnBrk=&quot;0&quot; hangingPunct=&quot;1&quot;&gt;&lt;a:spcBef&gt;&lt;a:spcPct val=&quot;20000&quot;/&gt;&lt;/a:spcBef&gt;&lt;a:buFont typeface=&quot;Arial&quot; pitchFamily=&quot;34&quot; charset=&quot;0&quot;/&gt;&lt;a:buChar char=&quot;•&quot;/&gt;&lt;a:defRPr sz=&quot;2000&quot; kern=&quot;1200&quot;&gt;&lt;a:solidFill&gt;&lt;a:schemeClr val=&quot;tx1&quot;/&gt;&lt;/a:solidFill&gt;&lt;a:latin typeface=&quot;+mnlt&quot;/&gt;&lt;a:ea typeface=&quot;+mnea&quot;/&gt;&lt;a:cs typeface=&quot;+mncs&quot;/&gt;&lt;/a:defRPr&gt;&lt;/a:lvl9pPr&gt; &lt;/p:bodyStyle&gt; &lt;p:otherStyle&gt;  &lt;a:defPPr&gt;&lt;a:defRPr lang=&quot;enUS&quot;/&gt;&lt;/a:defPPr&gt;  &lt;a:lvl1pPr marL=&quot;0&quot; algn=&quot;l&quot; defTabSz=&quot;914400&quot; rtl=&quot;0&quot; eaLnBrk=&quot;1&quot; latinLnBrk=&quot;0&quot; hangingPunct=&quot;1&quot;&gt;&lt;a:defRPr sz=&quot;1800&quot; kern=&quot;1200&quot;&gt;&lt;a:solidFill&gt;&lt;a:schemeClr val=&quot;tx1&quot;/&gt;&lt;/a:solidFill&gt;&lt;a:latin typeface=&quot;+mnlt&quot;/&gt;&lt;a:ea typeface=&quot;+mnea&quot;/&gt;&lt;a:cs typeface=&quot;+mncs&quot;/&gt;&lt;/a:defRPr&gt;&lt;/a:lvl1pPr&gt;  &lt;a:lvl2pPr marL=&quot;457200&quot; algn=&quot;l&quot; defTabSz=&quot;914400&quot; rtl=&quot;0&quot; eaLnBrk=&quot;1&quot; latinLnBrk=&quot;0&quot; hangingPunct=&quot;1&quot;&gt;&lt;a:defRPr sz=&quot;1800&quot; kern=&quot;1200&quot;&gt;&lt;a:solidFill&gt;&lt;a:schemeClr val=&quot;tx1&quot;/&gt;&lt;/a:solidFill&gt;&lt;a:latin typeface=&quot;+mnlt&quot;/&gt;&lt;a:ea typeface=&quot;+mnea&quot;/&gt;&lt;a:cs typeface=&quot;+mncs&quot;/&gt;&lt;/a:defRPr&gt;&lt;/a:lvl2pPr&gt;  &lt;a:lvl3pPr marL=&quot;914400&quot; algn=&quot;l&quot; defTabSz=&quot;914400&quot; rtl=&quot;0&quot; eaLnBrk=&quot;1&quot; latinLnBrk=&quot;0&quot; hangingPunct=&quot;1&quot;&gt;&lt;a:defRPr sz=&quot;1800&quot; kern=&quot;1200&quot;&gt;&lt;a:solidFill&gt;&lt;a:schemeClr val=&quot;tx1&quot;/&gt;&lt;/a:solidFill&gt;&lt;a:latin typeface=&quot;+mnlt&quot;/&gt;&lt;a:ea typeface=&quot;+mnea&quot;/&gt;&lt;a:cs typeface=&quot;+mncs&quot;/&gt;&lt;/a:defRPr&gt;&lt;/a:lvl3pPr&gt;  &lt;a:lvl4pPr marL=&quot;1371600&quot; algn=&quot;l&quot; defTabSz=&quot;914400&quot; rtl=&quot;0&quot; eaLnBrk=&quot;1&quot; latinLnBrk=&quot;0&quot; hangingPunct=&quot;1&quot;&gt;&lt;a:defRPr sz=&quot;1800&quot; kern=&quot;1200&quot;&gt;&lt;a:solidFill&gt;&lt;a:schemeClr val=&quot;tx1&quot;/&gt;&lt;/a:solidFill&gt;&lt;a:latin typeface=&quot;+mnlt&quot;/&gt;&lt;a:ea typeface=&quot;+mnea&quot;/&gt;&lt;a:cs typeface=&quot;+mncs&quot;/&gt;&lt;/a:defRPr&gt;&lt;/a:lvl4pPr&gt;  &lt;a:lvl5pPr marL=&quot;1828800&quot; algn=&quot;l&quot; defTabSz=&quot;914400&quot; rtl=&quot;0&quot; eaLnBrk=&quot;1&quot; latinLnBrk=&quot;0&quot; hangingPunct=&quot;1&quot;&gt;&lt;a:defRPr sz=&quot;1800&quot; kern=&quot;1200&quot;&gt;&lt;a:solidFill&gt;&lt;a:schemeClr val=&quot;tx1&quot;/&gt;&lt;/a:solidFill&gt;&lt;a:latin typeface=&quot;+mnlt&quot;/&gt;&lt;a:ea typeface=&quot;+mnea&quot;/&gt;&lt;a:cs typeface=&quot;+mncs&quot;/&gt;&lt;/a:defRPr&gt;&lt;/a:lvl5pPr&gt;  &lt;a:lvl6pPr marL=&quot;2286000&quot; algn=&quot;l&quot; defTabSz=&quot;914400&quot; rtl=&quot;0&quot; eaLnBrk=&quot;1&quot; latinLnBrk=&quot;0&quot; hangingPunct=&quot;1&quot;&gt;&lt;a:defRPr sz=&quot;1800&quot; kern=&quot;1200&quot;&gt;&lt;a:solidFill&gt;&lt;a:schemeClr val=&quot;tx1&quot;/&gt;&lt;/a:solidFill&gt;&lt;a:latin typeface=&quot;+mnlt&quot;/&gt;&lt;a:ea typeface=&quot;+mnea&quot;/&gt;&lt;a:cs typeface=&quot;+mncs&quot;/&gt;&lt;/a:defRPr&gt;&lt;/a:lvl6pPr&gt;  &lt;a:lvl7pPr marL=&quot;2743200&quot; algn=&quot;l&quot; defTabSz=&quot;914400&quot; rtl=&quot;0&quot; eaLnBrk=&quot;1&quot; latinLnBrk=&quot;0&quot; hangingPunct=&quot;1&quot;&gt;&lt;a:defRPr sz=&quot;1800&quot; kern=&quot;1200&quot;&gt;&lt;a:solidFill&gt;&lt;a:schemeClr val=&quot;tx1&quot;/&gt;&lt;/a:solidFill&gt;&lt;a:latin typeface=&quot;+mnlt&quot;/&gt;&lt;a:ea typeface=&quot;+mnea&quot;/&gt;&lt;a:cs typeface=&quot;+mncs&quot;/&gt;&lt;/a:defRPr&gt;&lt;/a:lvl7pPr&gt;  &lt;a:lvl8pPr marL=&quot;3200400&quot; algn=&quot;l&quot; defTabSz=&quot;914400&quot; rtl=&quot;0&quot; eaLnBrk=&quot;1&quot; latinLnBrk=&quot;0&quot; hangingPunct=&quot;1&quot;&gt;&lt;a:defRPr sz=&quot;1800&quot; kern=&quot;1200&quot;&gt;&lt;a:solidFill&gt;&lt;a:schemeClr val=&quot;tx1&quot;/&gt;&lt;/a:solidFill&gt;&lt;a:latin typeface=&quot;+mnlt&quot;/&gt;&lt;a:ea typeface=&quot;+mnea&quot;/&gt;&lt;a:cs typeface=&quot;+mncs&quot;/&gt;&lt;/a:defRPr&gt;&lt;/a:lvl8pPr&gt;  &lt;a:lvl9pPr marL=&quot;3657600&quot; algn=&quot;l&quot; defTabSz=&quot;914400&quot; rtl=&quot;0&quot; eaLnBrk=&quot;1&quot; latinLnBrk=&quot;0&quot; hangingPunct=&quot;1&quot;&gt;&lt;a:defRPr sz=&quot;1800&quot; kern=&quot;1200&quot;&gt;&lt;a:solidFill&gt;&lt;a:schemeClr val=&quot;tx1&quot;/&gt;&lt;/a:solidFill&gt;&lt;a:latin typeface=&quot;+mnlt&quot;/&gt;&lt;a:ea typeface=&quot;+mnea&quot;/&gt;&lt;a:cs typeface=&quot;+mncs&quot;/&gt;&lt;/a:defRPr&gt;&lt;/a:lvl9pPr&gt; &lt;/p:otherStyle&gt;&lt;/p:txStyles&gt;&lt;/p:sldMaster&gt;PK</a:t></a:r><a:endParaRPr lang="en-US" sz="2000" dirty="0"/></a:p><a:p><a:pPr marL="342900" indent="-342900"><a:spcAft><a:spcPts val="1000"/></a:spcAft><a:buSzPct val="100000"/><a:buChar char="&#x2022;"/></a:pPr><a:r><a:rPr lang="en-US" sz="2000" dirty="0"><a:solidFill><a:srgbClr val="000000"/></a:solidFill></a:rPr><a:t>�yP[��7XX,ppt/slideMasters/_rels/slideMaster1.xml.rels&lt;?xml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xmlns=&quot;http://schemas.openxmlformats.org/package/2006/relationships&quot;&gt;&lt;Relationship Id=&quot;rId1&quot; Type=&quot;http://schemas.openxmlformats.org/officeDocument/2006/relationships/slideLayout&quot; Target=&quot;../slideLayouts/slideLayout1.xml&quot;/&gt;&lt;Relationship Id=&quot;rId2&quot; Type=&quot;http://schemas.openxmlformats.org/officeDocument/2006/relationships/slideLayout&quot; Target=&quot;../slideLayouts/slideLayout2.xml&quot;/&gt;&lt;Relationship Id=&quot;rId3&quot; Type=&quot;http://schemas.openxmlformats.org/officeDocument/2006/relationships/theme&quot; Target=&quot;../theme/theme1.xml&quot;/&gt;&lt;/Relationships&gt;PK</a:t></a:r><a:endParaRPr lang="en-US" sz="2000" dirty="0"/></a:p><a:p><a:pPr marL="342900" indent="-342900"><a:spcAft><a:spcPts val="1000"/></a:spcAft><a:buSzPct val="100000"/><a:buChar char="&#x2022;"/></a:pPr><a:r><a:rPr lang="en-US" sz="2000" dirty="0"><a:solidFill><a:srgbClr val="000000"/></a:solidFill></a:rPr><a:t>�yP[6�TT!ppt/notesMasters/notesMaster1.xml&lt;?xml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&lt;p:notesMaster xmlns:a=&quot;http://schemas.openxmlformats.org/drawingml/2006/main&quot; xmlns:r=&quot;http://schemas.openxmlformats.org/officeDocument/2006/relationships&quot; xmlns:p=&quot;http://schemas.openxmlformats.org/presentationml/2006/main&quot;&gt;&lt;p:cSld&gt;&lt;p:bg&gt;&lt;p:bgRef idx=&quot;1001&quot;&gt;&lt;a:schemeClr val=&quot;bg1&quot;/&gt;&lt;/p:bgRef&gt;&lt;/p:bg&gt;&lt;p:spTree&gt;&lt;p:nvGrpSpPr&gt;&lt;p:cNvPr id=&quot;1&quot; name=&quot;&quot;/&gt;&lt;p:cNvGrpSpPr/&gt;&lt;p:nvPr/&gt;&lt;/p:nvGrpSpPr&gt;&lt;p:grpSpPr&gt;&lt;a:xfrm&gt;&lt;a:off x=&quot;0&quot; y=&quot;0&quot;/&gt;&lt;a:ext cx=&quot;0&quot; cy=&quot;0&quot;/&gt;&lt;a:chOff x=&quot;0&quot; y=&quot;0&quot;/&gt;&lt;a:chExt cx=&quot;0&quot; cy=&quot;0&quot;/&gt;&lt;/a:xfrm&gt;&lt;/p:grpSpPr&gt;&lt;p:sp&gt;&lt;p:nvSpPr&gt;&lt;p:cNvPr id=&quot;2&quot; name=&quot;Header Placeholder 1&quot;/&gt;&lt;p:cNvSpPr&gt;&lt;a:spLocks noGrp=&quot;1&quot;/&gt;&lt;/p:cNvSpPr&gt;&lt;p:nvPr&gt;&lt;p:ph type=&quot;hdr&quot; sz=&quot;quarter&quot;/&gt;&lt;/p:nvPr&gt;&lt;/p:nvSpPr&gt;&lt;p:spPr&gt;&lt;a:xfrm&gt;&lt;a:off x=&quot;0&quot; y=&quot;0&quot;/&gt;&lt;a:ext cx=&quot;2971800&quot; cy=&quot;458788&quot;/&gt;&lt;/a:xfrm&gt;&lt;a:prstGeom prst=&quot;rect&quot;&gt;&lt;a:avLst/&gt;&lt;/a:prstGeom&gt;&lt;/p:spPr&gt;&lt;p:txBody&gt;&lt;a:bodyPr vert=&quot;horz&quot; lIns=&quot;91440&quot; tIns=&quot;45720&quot; rIns=&quot;91440&quot; bIns=&quot;45720&quot; rtlCol=&quot;0&quot;/&gt;&lt;a:lstStyle&gt;&lt;a:lvl1pPr algn=&quot;l&quot;&gt;&lt;a:defRPr sz=&quot;1200&quot;/&gt;&lt;/a:lvl1pPr&gt;&lt;/a:lstStyle&gt;&lt;a:p&gt;&lt;a:endParaRPr lang=&quot;enUS&quot;/&gt;&lt;/a:p&gt;&lt;/p:txBody&gt;&lt;/p:sp&gt;&lt;p:sp&gt;&lt;p:nvSpPr&gt;&lt;p:cNvPr id=&quot;3&quot; name=&quot;Date Placeholder 2&quot;/&gt;&lt;p:cNvSpPr&gt;&lt;a:spLocks noGrp=&quot;1&quot;/&gt;&lt;/p:cNvSpPr&gt;&lt;p:nvPr&gt;&lt;p:ph type=&quot;dt&quot; idx=&quot;1&quot;/&gt;&lt;/p:nvPr&gt;&lt;/p:nvSpPr&gt;&lt;p:spPr&gt;&lt;a:xfrm&gt;&lt;a:off x=&quot;3884613&quot; y=&quot;0&quot;/&gt;&lt;a:ext cx=&quot;2971800&quot; cy=&quot;458788&quot;/&gt;&lt;/a:xfrm&gt;&lt;a:prstGeom prst=&quot;rect&quot;&gt;&lt;a:avLst/&gt;&lt;/a:prstGeom&gt;&lt;/p:spPr&gt;&lt;p:txBody&gt;&lt;a:bodyPr vert=&quot;horz&quot; lIns=&quot;91440&quot; tIns=&quot;45720&quot; rIns=&quot;91440&quot; bIns=&quot;45720&quot; rtlCol=&quot;0&quot;/&gt;&lt;a:lstStyle&gt;&lt;a:lvl1pPr algn=&quot;r&quot;&gt;&lt;a:defRPr sz=&quot;1200&quot;/&gt;&lt;/a:lvl1pPr&gt;&lt;/a:lstStyle&gt;&lt;a:p&gt;&lt;a:fld id=&quot;{5282F1533F370F459E9773ACFA13230C}&quot; type=&quot;datetimeFigureOut&quot;&gt;&lt;a:rPr lang=&quot;enUS&quot;/&gt;&lt;a:t&gt;7/23/19&lt;/a:t&gt;&lt;/a:fld&gt;&lt;a:endParaRPr lang=&quot;enUS&quot;/&gt;&lt;/a:p&gt;&lt;/p:txBody&gt;&lt;/p:sp&gt;&lt;p:sp&gt;&lt;p:nvSpPr&gt;&lt;p:cNvPr id=&quot;4&quot; name=&quot;Slide Image Placeholder 3&quot;/&gt;&lt;p:cNvSpPr&gt;&lt;a:spLocks noGrp=&quot;1&quot; noRot=&quot;1&quot; noChangeAspect=&quot;1&quot;/&gt;&lt;/p:cNvSpPr&gt;&lt;p:nvPr&gt;&lt;p:ph type=&quot;sldImg&quot; idx=&quot;2&quot;/&gt;&lt;/p:nvPr&gt;&lt;/p:nvSpPr&gt;&lt;p:spPr&gt;&lt;a:xfrm&gt;&lt;a:off x=&quot;685800&quot; y=&quot;1143000&quot;/&gt;&lt;a:ext cx=&quot;5486400&quot; cy=&quot;3086100&quot;/&gt;&lt;/a:xfrm&gt;&lt;a:prstGeom prst=&quot;rect&quot;&gt;&lt;a:avLst/&gt;&lt;/a:prstGeom&gt;&lt;a:noFill/&gt;&lt;a:ln w=&quot;12700&quot;&gt;&lt;a:solidFill&gt;&lt;a:prstClr val=&quot;black&quot;/&gt;&lt;/a:solidFill&gt;&lt;/a:ln&gt;&lt;/p:spPr&gt;&lt;p:txBody&gt;&lt;a:bodyPr vert=&quot;horz&quot; lIns=&quot;91440&quot; tIns=&quot;45720&quot; rIns=&quot;91440&quot; bIns=&quot;45720&quot; rtlCol=&quot;0&quot; anchor=&quot;ctr&quot;/&gt;&lt;a:lstStyle/&gt;&lt;a:p&gt;&lt;a:endParaRPr lang=&quot;enUS&quot;/&gt;&lt;/a:p&gt;&lt;/p:txBody&gt;&lt;/p:sp&gt;&lt;p:sp&gt;&lt;p:nvSpPr&gt;&lt;p:cNvPr id=&quot;5&quot; name=&quot;Notes Placeholder 4&quot;/&gt;&lt;p:cNvSpPr&gt;&lt;a:spLocks noGrp=&quot;1&quot;/&gt;&lt;/p:cNvSpPr&gt;&lt;p:nvPr&gt;&lt;p:ph type=&quot;body&quot; sz=&quot;quarter&quot; idx=&quot;3&quot;/&gt;&lt;/p:nvPr&gt;&lt;/p:nvSpPr&gt;&lt;p:spPr&gt;&lt;a:xfrm&gt;&lt;a:off x=&quot;685800&quot; y=&quot;4400550&quot;/&gt;&lt;a:ext cx=&quot;5486400&quot; cy=&quot;3600450&quot;/&gt;&lt;/a:xfrm&gt;&lt;a:prstGeom prst=&quot;rect&quot;&gt;&lt;a:avLst/&gt;&lt;/a:prstGeom&gt;&lt;/p:spPr&gt;&lt;p:txBody&gt;&lt;a:bodyPr vert=&quot;horz&quot; lIns=&quot;91440&quot; tIns=&quot;45720&quot; rIns=&quot;91440&quot; bIns=&quot;45720&quot; rtlCol=&quot;0&quot;/&gt;&lt;a:lstStyle/&gt;&lt;a:p&gt;&lt;a:pPr lvl=&quot;0&quot;/&gt;&lt;a:r&gt;&lt;a:rPr lang=&quot;enUS&quot;/&gt;&lt;a:t&gt;Click to edit Master text styles&lt;/a:t&gt;&lt;/a:r&gt;&lt;/a:p&gt;&lt;a:p&gt;&lt;a:pPr lvl=&quot;1&quot;/&gt;&lt;a:r&gt;&lt;a:rPr lang=&quot;enUS&quot;/&gt;&lt;a:t&gt;Second level&lt;/a:t&gt;&lt;/a:r&gt;&lt;/a:p&gt;&lt;a:p&gt;&lt;a:pPr lvl=&quot;2&quot;/&gt;&lt;a:r&gt;&lt;a:rPr lang=&quot;enUS&quot;/&gt;&lt;a:t&gt;Third level&lt;/a:t&gt;&lt;/a:r&gt;&lt;/a:p&gt;&lt;a:p&gt;&lt;a:pPr lvl=&quot;3&quot;/&gt;&lt;a:r&gt;&lt;a:rPr lang=&quot;enUS&quot;/&gt;&lt;a:t&gt;Fourth level&lt;/a:t&gt;&lt;/a:r&gt;&lt;/a:p&gt;&lt;a:p&gt;&lt;a:pPr lvl=&quot;4&quot;/&gt;&lt;a:r&gt;&lt;a:rPr lang=&quot;enUS&quot;/&gt;&lt;a:t&gt;Fifth level&lt;/a:t&gt;&lt;/a:r&gt;&lt;/a:p&gt;&lt;/p:txBody&gt;&lt;/p:sp&gt;&lt;p:sp&gt;&lt;p:nvSpPr&gt;&lt;p:cNvPr id=&quot;6&quot; name=&quot;Footer Placeholder 5&quot;/&gt;&lt;p:cNvSpPr&gt;&lt;a:spLocks noGrp=&quot;1&quot;/&gt;&lt;/p:cNvSpPr&gt;&lt;p:nvPr&gt;&lt;p:ph type=&quot;ftr&quot; sz=&quot;quarter&quot; idx=&quot;4&quot;/&gt;&lt;/p:nvPr&gt;&lt;/p:nvSpPr&gt;&lt;p:spPr&gt;&lt;a:xfrm&gt;&lt;a:off x=&quot;0&quot; y=&quot;8685213&quot;/&gt;&lt;a:ext cx=&quot;2971800&quot; cy=&quot;458787&quot;/&gt;&lt;/a:xfrm&gt;&lt;a:prstGeom prst=&quot;rect&quot;&gt;&lt;a:avLst/&gt;&lt;/a:prstGeom&gt;&lt;/p:spPr&gt;&lt;p:txBody&gt;&lt;a:bodyPr vert=&quot;horz&quot; lIns=&quot;91440&quot; tIns=&quot;45720&quot; rIns=&quot;91440&quot; bIns=&quot;45720&quot; rtlCol=&quot;0&quot; anchor=&quot;b&quot;/&gt;&lt;a:lstStyle&gt;&lt;a:lvl1pPr algn=&quot;l&quot;&gt;&lt;a:defRPr sz=&quot;1200&quot;/&gt;&lt;/a:lvl1pPr&gt;&lt;/a:lstStyle&gt;&lt;a:p&gt;&lt;a:endParaRPr lang=&quot;enUS&quot;/&gt;&lt;/a:p&gt;&lt;/p:txBody&gt;&lt;/p:sp&gt;&lt;p:sp&gt;&lt;p:nvSpPr&gt;&lt;p:cNvPr id=&quot;7&quot; name=&quot;Slide Number Placeholder 6&quot;/&gt;&lt;p:cNvSpPr&gt;&lt;a:spLocks noGrp=&quot;1&quot;/&gt;&lt;/p:cNvSpPr&gt;&lt;p:nvPr&gt;&lt;p:ph type=&quot;sldNum&quot; sz=&quot;quarter&quot; idx=&quot;5&quot;/&gt;&lt;/p:nvPr&gt;&lt;/p:nvSpPr&gt;&lt;p:spPr&gt;&lt;a:xfrm&gt;&lt;a:off x=&quot;3884613&quot; y=&quot;8685213&quot;/&gt;&lt;a:ext cx=&quot;2971800&quot; cy=&quot;458787&quot;/&gt;&lt;/a:xfrm&gt;&lt;a:prstGeom prst=&quot;rect&quot;&gt;&lt;a:avLst/&gt;&lt;/a:prstGeom&gt;&lt;/p:spPr&gt;&lt;p:txBody&gt;&lt;a:bodyPr vert=&quot;horz&quot; lIns=&quot;91440&quot; tIns=&quot;45720&quot; rIns=&quot;91440&quot; bIns=&quot;45720&quot; rtlCol=&quot;0&quot; anchor=&quot;b&quot;/&gt;&lt;a:lstStyle&gt;&lt;a:lvl1pPr algn=&quot;r&quot;&gt;&lt;a:defRPr sz=&quot;1200&quot;/&gt;&lt;/a:lvl1pPr&gt;&lt;/a:lstStyle&gt;&lt;a:p&gt;&lt;a:fld id=&quot;{CE5E9CC1C7060F4992D6E571CC5EEA8F}&quot; type=&quot;slidenum&quot;&gt;&lt;a:rPr lang=&quot;enUS&quot;/&gt;&lt;a:t&gt;‹›&lt;/a:t&gt;&lt;/a:fld&gt;&lt;a:endParaRPr lang=&quot;enUS&quot;/&gt;&lt;/a:p&gt;&lt;/p:txBody&gt;&lt;/p:sp&gt;&lt;/p:spTree&gt;&lt;p:extLst&gt;&lt;p:ext uri=&quot;{BB962C8BB14F4D97AF65F5344CB8AC3E}&quot;&gt;&lt;p14:creationId xmlns:p14=&quot;http://schemas.microsoft.com/office/powerpoint/2010/main&quot; val=&quot;1024086991&quot;/&gt;&lt;/p:ext&gt;&lt;/p:extLst&gt;&lt;/p:cSld&gt;&lt;p:clrMap bg1=&quot;lt1&quot; tx1=&quot;dk1&quot; bg2=&quot;lt2&quot; tx2=&quot;dk2&quot; accent1=&quot;accent1&quot; accent2=&quot;accent2&quot; accent3=&quot;accent3&quot; accent4=&quot;accent4&quot; accent5=&quot;accent5&quot; accent6=&quot;accent6&quot; hlink=&quot;hlink&quot; folHlink=&quot;folHlink&quot;/&gt;&lt;p:notesStyle&gt;&lt;a:lvl1pPr marL=&quot;0&quot; algn=&quot;l&quot; defTabSz=&quot;914400&quot; rtl=&quot;0&quot; eaLnBrk=&quot;1&quot; latinLnBrk=&quot;0&quot; hangingPunct=&quot;1&quot;&gt;&lt;a:defRPr sz=&quot;1200&quot; kern=&quot;1200&quot;&gt;&lt;a:solidFill&gt;&lt;a:schemeClr val=&quot;tx1&quot;/&gt;&lt;/a:solidFill&gt;&lt;a:latin typeface=&quot;+mnlt&quot;/&gt;&lt;a:ea typeface=&quot;+mnea&quot;/&gt;&lt;a:cs typeface=&quot;+mncs&quot;/&gt;&lt;/a:defRPr&gt;&lt;/a:lvl1pPr&gt;&lt;a:lvl2pPr marL=&quot;457200&quot; algn=&quot;l&quot; defTabSz=&quot;914400&quot; rtl=&quot;0&quot; eaLnBrk=&quot;1&quot; latinLnBrk=&quot;0&quot; hangingPunct=&quot;1&quot;&gt;&lt;a:defRPr sz=&quot;1200&quot; kern=&quot;1200&quot;&gt;&lt;a:solidFill&gt;&lt;a:schemeClr val=&quot;tx1&quot;/&gt;&lt;/a:solidFill&gt;&lt;a:latin typeface=&quot;+mnlt&quot;/&gt;&lt;a:ea typeface=&quot;+mnea&quot;/&gt;&lt;a:cs typeface=&quot;+mncs&quot;/&gt;&lt;/a:defRPr&gt;&lt;/a:lvl2pPr&gt;&lt;a:lvl3pPr marL=&quot;914400&quot; algn=&quot;l&quot; defTabSz=&quot;914400&quot; rtl=&quot;0&quot; eaLnBrk=&quot;1&quot; latinLnBrk=&quot;0&quot; hangingPunct=&quot;1&quot;&gt;&lt;a:defRPr sz=&quot;1200&quot; kern=&quot;1200&quot;&gt;&lt;a:solidFill&gt;&lt;a:schemeClr val=&quot;tx1&quot;/&gt;&lt;/a:solidFill&gt;&lt;a:latin typeface=&quot;+mnlt&quot;/&gt;&lt;a:ea typeface=&quot;+mnea&quot;/&gt;&lt;a:cs typeface=&quot;+mncs&quot;/&gt;&lt;/a:defRPr&gt;&lt;/a:lvl3pPr&gt;&lt;a:lvl4pPr marL=&quot;1371600&quot; algn=&quot;l&quot; defTabSz=&quot;914400&quot; rtl=&quot;0&quot; eaLnBrk=&quot;1&quot; latinLnBrk=&quot;0&quot; hangingPunct=&quot;1&quot;&gt;&lt;a:defRPr sz=&quot;1200&quot; kern=&quot;1200&quot;&gt;&lt;a:solidFill&gt;&lt;a:schemeClr val=&quot;tx1&quot;/&gt;&lt;/a:solidFill&gt;&lt;a:latin typeface=&quot;+mnlt&quot;/&gt;&lt;a:ea typeface=&quot;+mnea&quot;/&gt;&lt;a:cs typeface=&quot;+mncs&quot;/&gt;&lt;/a:defRPr&gt;&lt;/a:lvl4pPr&gt;&lt;a:lvl5pPr marL=&quot;1828800&quot; algn=&quot;l&quot; defTabSz=&quot;914400&quot; rtl=&quot;0&quot; eaLnBrk=&quot;1&quot; latinLnBrk=&quot;0&quot; hangingPunct=&quot;1&quot;&gt;&lt;a:defRPr sz=&quot;1200&quot; kern=&quot;1200&quot;&gt;&lt;a:solidFill&gt;&lt;a:schemeClr val=&quot;tx1&quot;/&gt;&lt;/a:solidFill&gt;&lt;a:latin typeface=&quot;+mnlt&quot;/&gt;&lt;a:ea typeface=&quot;+mnea&quot;/&gt;&lt;a:cs typeface=&quot;+mncs&quot;/&gt;&lt;/a:defRPr&gt;&lt;/a:lvl5pPr&gt;&lt;a:lvl6pPr marL=&quot;2286000&quot; algn=&quot;l&quot; defTabSz=&quot;914400&quot; rtl=&quot;0&quot; eaLnBrk=&quot;1&quot; latinLnBrk=&quot;0&quot; hangingPunct=&quot;1&quot;&gt;&lt;a:defRPr sz=&quot;1200&quot; kern=&quot;1200&quot;&gt;&lt;a:solidFill&gt;&lt;a:schemeClr val=&quot;tx1&quot;/&gt;&lt;/a:solidFill&gt;&lt;a:latin typeface=&quot;+mnlt&quot;/&gt;&lt;a:ea typeface=&quot;+mnea&quot;/&gt;&lt;a:cs typeface=&quot;+mncs&quot;/&gt;&lt;/a:defRPr&gt;&lt;/a:lvl6pPr&gt;&lt;a:lvl7pPr marL=&quot;2743200&quot; algn=&quot;l&quot; defTabSz=&quot;914400&quot; rtl=&quot;0&quot; eaLnBrk=&quot;1&quot; latinLnBrk=&quot;0&quot; hangingPunct=&quot;1&quot;&gt;&lt;a:defRPr sz=&quot;1200&quot; kern=&quot;1200&quot;&gt;&lt;a:solidFill&gt;&lt;a:schemeClr val=&quot;tx1&quot;/&gt;&lt;/a:solidFill&gt;&lt;a:latin typeface=&quot;+mnlt&quot;/&gt;&lt;a:ea typeface=&quot;+mnea&quot;/&gt;&lt;a:cs typeface=&quot;+mncs&quot;/&gt;&lt;/a:defRPr&gt;&lt;/a:lvl7pPr&gt;&lt;a:lvl8pPr marL=&quot;3200400&quot; algn=&quot;l&quot; defTabSz=&quot;914400&quot; rtl=&quot;0&quot; eaLnBrk=&quot;1&quot; latinLnBrk=&quot;0&quot; hangingPunct=&quot;1&quot;&gt;&lt;a:defRPr sz=&quot;1200&quot; kern=&quot;1200&quot;&gt;&lt;a:solidFill&gt;&lt;a:schemeClr val=&quot;tx1&quot;/&gt;&lt;/a:solidFill&gt;&lt;a:latin typeface=&quot;+mnlt&quot;/&gt;&lt;a:ea typeface=&quot;+mnea&quot;/&gt;&lt;a:cs typeface=&quot;+mncs&quot;/&gt;&lt;/a:defRPr&gt;&lt;/a:lvl8pPr&gt;&lt;a:lvl9pPr marL=&quot;3657600&quot; algn=&quot;l&quot; defTabSz=&quot;914400&quot; rtl=&quot;0&quot; eaLnBrk=&quot;1&quot; latinLnBrk=&quot;0&quot; hangingPunct=&quot;1&quot;&gt;&lt;a:defRPr sz=&quot;1200&quot; kern=&quot;1200&quot;&gt;&lt;a:solidFill&gt;&lt;a:schemeClr val=&quot;tx1&quot;/&gt;&lt;/a:solidFill&gt;&lt;a:latin typeface=&quot;+mnlt&quot;/&gt;&lt;a:ea typeface=&quot;+mnea&quot;/&gt;&lt;a:cs typeface=&quot;+mncs&quot;/&gt;&lt;/a:defRPr&gt;&lt;/a:lvl9pPr&gt;&lt;/p:notesStyle&gt;&lt;/p:notesMaster&gt;PK</a:t></a:r><a:endParaRPr lang="en-US" sz="2000" dirty="0"/></a:p><a:p><a:pPr marL="342900" indent="-342900"><a:spcAft><a:spcPts val="1000"/></a:spcAft><a:buSzPct val="100000"/><a:buChar char="&#x2022;"/></a:pPr><a:r><a:rPr lang="en-US" sz="2000" dirty="0"><a:solidFill><a:srgbClr val="000000"/></a:solidFill></a:rPr><a:t>�yP[s�,ppt/notesMasters/_rels/notesMaster1.xml.rels&lt;?xml version=&quot;1.0&quot; encoding=&quot;UTF8&quot; standalone=&quot;yes&quot;?&gt;</a:t></a:r><a:endParaRPr lang="en-US" sz="2000" dirty="0"/></a:p><a:p><a:pPr marL="342900" indent="-342900"><a:spcAft><a:spcPts val="1000"/></a:spcAft><a:buSzPct val="100000"/><a:buChar char="&#x2022;"/></a:pPr><a:r><a:rPr lang="en-US" sz="2000" dirty="0"><a:solidFill><a:srgbClr val="000000"/></a:solidFill></a:rPr><a:t>&lt;Relationships xmlns=&quot;http://schemas.openxmlformats.org/package/2006/relationships&quot;&gt;</a:t></a:r><a:endParaRPr lang="en-US" sz="2000" dirty="0"/></a:p><a:p><a:pPr marL="342900" indent="-342900"><a:spcAft><a:spcPts val="1000"/></a:spcAft><a:buSzPct val="100000"/><a:buChar char="&#x2022;"/></a:pPr><a:r><a:rPr lang="en-US" sz="2000" dirty="0"><a:solidFill><a:srgbClr val="000000"/></a:solidFill></a:rPr><a:t>&lt;Relationship Id=&quot;rId1&quot; Type=&quot;http://schemas.openxmlformats.org/officeDocument/2006/relationships/theme&quot; Target=&quot;../theme/theme1.xml&quot;/&gt;</a:t></a:r><a:endParaRPr lang="en-US" sz="2000" dirty="0"/></a:p><a:p><a:pPr marL="342900" indent="-342900"><a:spcAft><a:spcPts val="1000"/></a:spcAft><a:buSzPct val="100000"/><a:buChar char="&#x2022;"/></a:pPr><a:r><a:rPr lang="en-US" sz="2000" dirty="0"><a:solidFill><a:srgbClr val="000000"/></a:solidFill></a:rPr><a:t>&lt;/Relationships&gt;PK</a:t></a:r><a:endParaRPr lang="en-US" sz="2000" dirty="0"/></a:p><a:p><a:pPr marL="342900" indent="-342900"><a:spcAft><a:spcPts val="1000"/></a:spcAft><a:buSzPct val="100000"/><a:buChar char="&#x2022;"/></a:pPr><a:r><a:rPr lang="en-US" sz="2000" dirty="0"><a:solidFill><a:srgbClr val="000000"/></a:solidFill></a:rPr><a:t>�yP_rels/PK</a:t></a:r><a:endParaRPr lang="en-US" sz="2000" dirty="0"/></a:p><a:p><a:pPr marL="342900" indent="-342900"><a:spcAft><a:spcPts val="1000"/></a:spcAft><a:buSzPct val="100000"/><a:buChar char="&#x2022;"/></a:pPr><a:r><a:rPr lang="en-US" sz="2000" dirty="0"><a:solidFill><a:srgbClr val="000000"/></a:solidFill></a:rPr><a:t>�yPdocProps/PK</a:t></a:r><a:endParaRPr lang="en-US" sz="2000" dirty="0"/></a:p><a:p><a:pPr marL="342900" indent="-342900"><a:spcAft><a:spcPts val="1000"/></a:spcAft><a:buSzPct val="100000"/><a:buChar char="&#x2022;"/></a:pPr><a:r><a:rPr lang="en-US" sz="2000" dirty="0"><a:solidFill><a:srgbClr val="000000"/></a:solidFill></a:rPr><a:t>�yPppt/PK</a:t></a:r><a:endParaRPr lang="en-US" sz="2000" dirty="0"/></a:p><a:p><a:pPr marL="342900" indent="-342900"><a:spcAft><a:spcPts val="1000"/></a:spcAft><a:buSzPct val="100000"/><a:buChar char="&#x2022;"/></a:pPr><a:r><a:rPr lang="en-US" sz="2000" dirty="0"><a:solidFill><a:srgbClr val="000000"/></a:solidFill></a:rPr><a:t>�yP</a:t></a:r><a:endParaRPr lang="en-US" sz="2000" dirty="0"/></a:p><a:p><a:pPr marL="342900" indent="-342900"><a:spcAft><a:spcPts val="1000"/></a:spcAft><a:buSzPct val="100000"/><a:buChar char="&#x2022;"/></a:pPr><a:r><a:rPr lang="en-US" sz="2000" dirty="0"><a:solidFill><a:srgbClr val="000000"/></a:solidFill></a:rPr><a:tppt/_rels/PK</a:t></a:r><a:endParaRPr lang="en-US" sz="2000" dirty="0"/></a:p><a:p><a:pPr marL="342900" indent="-342900"><a:spcAft><a:spcPts val="1000"/></a:spcAft><a:buSzPct val="100000"/><a:buChar char="&#x2022;"/></a:pPr><a:r><a:rPr lang="en-US" sz="2000" dirty="0"><a:solidFill><a:srgbClr val="000000"/></a:solidFill></a:rPr><a:t>�yPppt/charts/PK</a:t></a:r><a:endParaRPr lang="en-US" sz="2000" dirty="0"/></a:p><a:p><a:pPr marL="342900" indent="-342900"><a:spcAft><a:spcPts val="1000"/></a:spcAft><a:buSzPct val="100000"/><a:buChar char="&#x2022;"/></a:pPr><a:r><a:rPr lang="en-US" sz="2000" dirty="0"><a:solidFill><a:srgbClr val="000000"/></a:solidFill></a:rPr><a:t>�yPppt/charts/_rels/PK</a:t></a:r><a:endParaRPr lang="en-US" sz="2000" dirty="0"/></a:p><a:p><a:pPr marL="342900" indent="-342900"><a:spcAft><a:spcPts val="1000"/></a:spcAft><a:buSzPct val="100000"/><a:buChar char="&#x2022;"/></a:pPr><a:r><a:rPr lang="en-US" sz="2000" dirty="0"><a:solidFill><a:srgbClr val="000000"/></a:solidFill></a:rPr><a:t>�yPppt/embeddings/PK</a:t></a:r><a:endParaRPr lang="en-US" sz="2000" dirty="0"/></a:p><a:p><a:pPr marL="342900" indent="-342900"><a:spcAft><a:spcPts val="1000"/></a:spcAft><a:buSzPct val="100000"/><a:buChar char="&#x2022;"/></a:pPr><a:r><a:rPr lang="en-US" sz="2000" dirty="0"><a:solidFill><a:srgbClr val="000000"/></a:solidFill></a:rPr><a:t>�yP</a:t></a:r><a:endParaRPr lang="en-US" sz="2000" dirty="0"/></a:p><a:p><a:pPr marL="342900" indent="-342900"><a:spcAft><a:spcPts val="1000"/></a:spcAft><a:buSzPct val="100000"/><a:buChar char="&#x2022;"/></a:pPr><a:r><a:rPr lang="en-US" sz="2000" dirty="0"><a:solidFill><a:srgbClr val="000000"/></a:solidFill></a:rPr><a:tppt/media/PK</a:t></a:r><a:endParaRPr lang="en-US" sz="2000" dirty="0"/></a:p><a:p><a:pPr marL="342900" indent="-342900"><a:spcAft><a:spcPts val="1000"/></a:spcAft><a:buSzPct val="100000"/><a:buChar char="&#x2022;"/></a:pPr><a:r><a:rPr lang="en-US" sz="2000" dirty="0"><a:solidFill><a:srgbClr val="000000"/></a:solidFill></a:rPr><a:t>�yPBppt/slideLayouts/PK</a:t></a:r><a:endParaRPr lang="en-US" sz="2000" dirty="0"/></a:p><a:p><a:pPr marL="342900" indent="-342900"><a:spcAft><a:spcPts val="1000"/></a:spcAft><a:buSzPct val="100000"/><a:buChar char="&#x2022;"/></a:pPr><a:r><a:rPr lang="en-US" sz="2000" dirty="0"><a:solidFill><a:srgbClr val="000000"/></a:solidFill></a:rPr><a:t>�yPqppt/slideLayouts/_rels/PK</a:t></a:r><a:endParaRPr lang="en-US" sz="2000" dirty="0"/></a:p><a:p><a:pPr marL="342900" indent="-342900"><a:spcAft><a:spcPts val="1000"/></a:spcAft><a:buSzPct val="100000"/><a:buChar char="&#x2022;"/></a:pPr><a:r><a:rPr lang="en-US" sz="2000" dirty="0"><a:solidFill><a:srgbClr val="000000"/></a:solidFill></a:rPr><a:t>�yP�ppt/slideMasters/PK</a:t></a:r><a:endParaRPr lang="en-US" sz="2000" dirty="0"/></a:p><a:p><a:pPr marL="342900" indent="-342900"><a:spcAft><a:spcPts val="1000"/></a:spcAft><a:buSzPct val="100000"/><a:buChar char="&#x2022;"/></a:pPr><a:r><a:rPr lang="en-US" sz="2000" dirty="0"><a:solidFill><a:srgbClr val="000000"/></a:solidFill></a:rPr><a:t>�yP�ppt/slideMasters/_rels/PK</a:t></a:r><a:endParaRPr lang="en-US" sz="2000" dirty="0"/></a:p><a:p><a:pPr marL="342900" indent="-342900"><a:spcAft><a:spcPts val="1000"/></a:spcAft><a:buSzPct val="100000"/><a:buChar char="&#x2022;"/></a:pPr><a:r><a:rPr lang="en-US" sz="2000" dirty="0"><a:solidFill><a:srgbClr val="000000"/></a:solidFill></a:rPr><a:t>�yP</a:t></a:r><a:endParaRPr lang="en-US" sz="2000" dirty="0"/></a:p><a:p><a:pPr marL="342900" indent="-342900"><a:spcAft><a:spcPts val="1000"/></a:spcAft><a:buSzPct val="100000"/><a:buChar char="&#x2022;"/></a:pPr><a:r><a:rPr lang="en-US" sz="2000" dirty="0"><a:solidFill><a:srgbClr val="000000"/></a:solidFill></a:rPr><a:t>ppt/slides/PK</a:t></a:r><a:endParaRPr lang="en-US" sz="2000" dirty="0"/></a:p><a:p><a:pPr marL="342900" indent="-342900"><a:spcAft><a:spcPts val="1000"/></a:spcAft><a:buSzPct val="100000"/><a:buChar char="&#x2022;"/></a:pPr><a:r><a:rPr lang="en-US" sz="2000" dirty="0"><a:solidFill><a:srgbClr val="000000"/></a:solidFill></a:rPr><a:t>�yP3ppt/slides/_rels/PK</a:t></a:r><a:endParaRPr lang="en-US" sz="2000" dirty="0"/></a:p><a:p><a:pPr marL="342900" indent="-342900"><a:spcAft><a:spcPts val="1000"/></a:spcAft><a:buSzPct val="100000"/><a:buChar char="&#x2022;"/></a:pPr><a:r><a:rPr lang="en-US" sz="2000" dirty="0"><a:solidFill><a:srgbClr val="000000"/></a:solidFill></a:rPr><a:t>�yP</a:t></a:r><a:endParaRPr lang="en-US" sz="2000" dirty="0"/></a:p><a:p><a:pPr marL="342900" indent="-342900"><a:spcAft><a:spcPts val="1000"/></a:spcAft><a:buSzPct val="100000"/><a:buChar char="&#x2022;"/></a:pPr><a:r><a:rPr lang="en-US" sz="2000" dirty="0"><a:solidFill><a:srgbClr val="000000"/></a:solidFill></a:rPr><a:tbppt/theme/PK</a:t></a:r><a:endParaRPr lang="en-US" sz="2000" dirty="0"/></a:p><a:p><a:pPr marL="342900" indent="-342900"><a:spcAft><a:spcPts val="1000"/></a:spcAft><a:buSzPct val="100000"/><a:buChar char="&#x2022;"/></a:pPr><a:r><a:rPr lang="en-US" sz="2000" dirty="0"><a:solidFill><a:srgbClr val="000000"/></a:solidFill></a:rPr><a:t>�yP�ppt/notesMasters/PK</a:t></a:r><a:endParaRPr lang="en-US" sz="2000" dirty="0"/></a:p><a:p><a:pPr marL="342900" indent="-342900"><a:spcAft><a:spcPts val="1000"/></a:spcAft><a:buSzPct val="100000"/><a:buChar char="&#x2022;"/></a:pPr><a:r><a:rPr lang="en-US" sz="2000" dirty="0"><a:solidFill><a:srgbClr val="000000"/></a:solidFill></a:rPr><a:t>�yP�ppt/notesMasters/_rels/PK</a:t></a:r><a:endParaRPr lang="en-US" sz="2000" dirty="0"/></a:p><a:p><a:pPr marL="342900" indent="-342900"><a:spcAft><a:spcPts val="1000"/></a:spcAft><a:buSzPct val="100000"/><a:buChar char="&#x2022;"/></a:pPr><a:r><a:rPr lang="en-US" sz="2000" dirty="0"><a:solidFill><a:srgbClr val="000000"/></a:solidFill></a:rPr><a:t>�yP�ppt/notesSlides/PK</a:t></a:r><a:endParaRPr lang="en-US" sz="2000" dirty="0"/></a:p><a:p><a:pPr marL="342900" indent="-342900"><a:spcAft><a:spcPts val="1000"/></a:spcAft><a:buSzPct val="100000"/><a:buChar char="&#x2022;"/></a:pPr><a:r><a:rPr lang="en-US" sz="2000" dirty="0"><a:solidFill><a:srgbClr val="000000"/></a:solidFill></a:rPr><a:t>�yPppt/notesSlides/_rels/PK</a:t></a:r><a:endParaRPr lang="en-US" sz="2000" dirty="0"/></a:p><a:p><a:pPr marL="342900" indent="-342900"><a:spcAft><a:spcPts val="1000"/></a:spcAft><a:buSzPct val="100000"/><a:buChar char="&#x2022;"/></a:pPr><a:r><a:rPr lang="en-US" sz="2000" dirty="0"><a:solidFill><a:srgbClr val="000000"/></a:solidFill></a:rPr><a:t>�yP[¤�2P[Content_Types].xmlPK</a:t></a:r><a:endParaRPr lang="en-US" sz="2000" dirty="0"/></a:p><a:p><a:pPr marL="342900" indent="-342900"><a:spcAft><a:spcPts val="1000"/></a:spcAft><a:buSzPct val="100000"/><a:buChar char="&#x2022;"/></a:pPr><a:r><a:rPr lang="en-US" sz="2000" dirty="0"><a:solidFill><a:srgbClr val="000000"/></a:solidFill></a:rPr><a:t>�yP[����]]�_rels/.relsPK</a:t></a:r><a:endParaRPr lang="en-US" sz="2000" dirty="0"/></a:p><a:p><a:pPr marL="342900" indent="-342900"><a:spcAft><a:spcPts val="1000"/></a:spcAft><a:buSzPct val="100000"/><a:buChar char="&#x2022;"/></a:pPr><a:r><a:rPr lang="en-US" sz="2000" dirty="0"><a:solidFill><a:srgbClr val="000000"/></a:solidFill></a:rPr><a:t>�yP[��Z���$docProps/app.xmlPK</a:t></a:r><a:endParaRPr lang="en-US" sz="2000" dirty="0"/></a:p><a:p><a:pPr marL="342900" indent="-342900"><a:spcAft><a:spcPts val="1000"/></a:spcAft><a:buSzPct val="100000"/><a:buChar char="&#x2022;"/></a:pPr><a:r><a:rPr lang="en-US" sz="2000" dirty="0"><a:solidFill><a:srgbClr val="000000"/></a:solidFill></a:rPr><a:t>�yP[�4���L docProps/core.xmlPK</a:t></a:r><a:endParaRPr lang="en-US" sz="2000" dirty="0"/></a:p><a:p><a:pPr marL="342900" indent="-342900"><a:spcAft><a:spcPts val="1000"/></a:spcAft><a:buSzPct val="100000"/><a:buChar char="&#x2022;"/></a:pPr><a:r><a:rPr lang="en-US" sz="2000" dirty="0"><a:solidFill><a:srgbClr val="000000"/></a:solidFill></a:rPr><a:t>�yP[&amp;�.��ppt/_rels/presentation.xml.relsPK</a:t></a:r><a:endParaRPr lang="en-US" sz="2000" dirty="0"/></a:p><a:p><a:pPr marL="342900" indent="-342900"><a:spcAft><a:spcPts val="1000"/></a:spcAft><a:buSzPct val="100000"/><a:buChar char="&#x2022;"/></a:pPr><a:r><a:rPr lang="en-US" sz="2000" dirty="0"><a:solidFill><a:srgbClr val="000000"/></a:solidFill></a:rPr><a:t>�yP[Oݨ� � 1+ppt/theme/theme1.xmlPK</a:t></a:r><a:endParaRPr lang="en-US" sz="2000" dirty="0"/></a:p><a:p><a:pPr marL="342900" indent="-342900"><a:spcAft><a:spcPts val="1000"/></a:spcAft><a:buSzPct val="100000"/><a:buChar char="&#x2022;"/></a:pPr><a:r><a:rPr lang="en-US" sz="2000" dirty="0"><a:solidFill><a:srgbClr val="000000"/></a:solidFill></a:rPr><a:t>�yP[ON��{{0Lppt/presentation.xmlPK</a:t></a:r><a:endParaRPr lang="en-US" sz="2000" dirty="0"/></a:p><a:p><a:pPr marL="342900" indent="-342900"><a:spcAft><a:spcPts val="1000"/></a:spcAft><a:buSzPct val="100000"/><a:buChar char="&#x2022;"/></a:pPr><a:r><a:rPr lang="en-US" sz="2000" dirty="0"><a:solidFill><a:srgbClr val="000000"/></a:solidFill></a:rPr><a:t>�yP[X����Yppt/presProps.xmlPK</a:t></a:r><a:endParaRPr lang="en-US" sz="2000" dirty="0"/></a:p><a:p><a:pPr marL="342900" indent="-342900"><a:spcAft><a:spcPts val="1000"/></a:spcAft><a:buSzPct val="100000"/><a:buChar char="&#x2022;"/></a:pPr><a:r><a:rPr lang="en-US" sz="2000" dirty="0"><a:solidFill><a:srgbClr val="000000"/></a:solidFill></a:rPr><a:t>�yP[����+[ppt/tableStyles.xmlPK</a:t></a:r><a:endParaRPr lang="en-US" sz="2000" dirty="0"/></a:p><a:p><a:pPr marL="342900" indent="-342900"><a:spcAft><a:spcPts val="1000"/></a:spcAft><a:buSzPct val="100000"/><a:buChar char="&#x2022;"/></a:pPr><a:r><a:rPr lang="en-US" sz="2000" dirty="0"><a:solidFill><a:srgbClr val="000000"/></a:solidFill></a:rPr><a:t>�yP[D</a:t></a:r><a:endParaRPr lang="en-US" sz="2000" dirty="0"/></a:p><a:p><a:pPr marL="342900" indent="-342900"><a:spcAft><a:spcPts val="1000"/></a:spcAft><a:buSzPct val="100000"/><a:buChar char="&#x2022;"/></a:pPr><a:r><a:rPr lang="en-US" sz="2000" dirty="0"><a:solidFill><a:srgbClr val="000000"/></a:solidFill></a:rPr><a:t>&gt;00\ppt/viewProps.xmlPK</a:t></a:r><a:endParaRPr lang="en-US" sz="2000" dirty="0"/></a:p><a:p><a:pPr marL="342900" indent="-342900"><a:spcAft><a:spcPts val="1000"/></a:spcAft><a:buSzPct val="100000"/><a:buChar char="&#x2022;"/></a:pPr><a:r><a:rPr lang="en-US" sz="2000" dirty="0"><a:solidFill><a:srgbClr val="000000"/></a:solidFill></a:rPr><a:t>�yP[H7�t��q_ppt/slideLayouts/slideLayout1.xmlPK</a:t></a:r><a:endParaRPr lang="en-US" sz="2000" dirty="0"/></a:p><a:p><a:pPr marL="342900" indent="-342900"><a:spcAft><a:spcPts val="1000"/></a:spcAft><a:buSzPct val="100000"/><a:buChar char="&#x2022;"/></a:pPr><a:r><a:rPr lang="en-US" sz="2000" dirty="0"><a:solidFill><a:srgbClr val="000000"/></a:solidFill></a:rPr><a:t>�yP[�ђ�77_bppt/slideLayouts/_rels/slideLayout1.xml.relsPK</a:t></a:r><a:endParaRPr lang="en-US" sz="2000" dirty="0"/></a:p><a:p><a:pPr marL="342900" indent="-342900"><a:spcAft><a:spcPts val="1000"/></a:spcAft><a:buSzPct val="100000"/><a:buChar char="&#x2022;"/></a:pPr><a:r><a:rPr lang="en-US" sz="2000" dirty="0"><a:solidFill><a:srgbClr val="000000"/></a:solidFill></a:rPr><a:t>�yP[cG&quot;ss�cppt/slideLayouts/slideLayout2.xmlPK</a:t></a:r><a:endParaRPr lang="en-US" sz="2000" dirty="0"/></a:p><a:p><a:pPr marL="342900" indent="-342900"><a:spcAft><a:spcPts val="1000"/></a:spcAft><a:buSzPct val="100000"/><a:buChar char="&#x2022;"/></a:pPr><a:r><a:rPr lang="en-US" sz="2000" dirty="0"><a:solidFill><a:srgbClr val="000000"/></a:solidFill></a:rPr><a:t>�yP[�ђ�77�jppt/slideLayouts/_rels/slideLayout2.xml.relsPK</a:t></a:r><a:endParaRPr lang="en-US" sz="2000" dirty="0"/></a:p><a:p><a:pPr marL="342900" indent="-342900"><a:spcAft><a:spcPts val="1000"/></a:spcAft><a:buSzPct val="100000"/><a:buChar char="&#x2022;"/></a:pPr><a:r><a:rPr lang="en-US" sz="2000" dirty="0"><a:solidFill><a:srgbClr val="000000"/></a:solidFill></a:rPr><a:t>�yP[�����lppt/slides/slide1.xmlPK</a:t></a:r><a:endParaRPr lang="en-US" sz="2000" dirty="0"/></a:p><a:p><a:pPr marL="342900" indent="-342900"><a:spcAft><a:spcPts val="1000"/></a:spcAft><a:buSzPct val="100000"/><a:buChar char="&#x2022;"/></a:pPr><a:r><a:rPr lang="en-US" sz="2000" dirty="0"><a:solidFill><a:srgbClr val="000000"/></a:solidFill></a:rPr><a:t>�yP[�P����6qppt/slides/_rels/slide1.xml.relsPK</a:t></a:r><a:endParaRPr lang="en-US" sz="2000" dirty="0"/></a:p><a:p><a:pPr marL="342900" indent="-342900"><a:spcAft><a:spcPts val="1000"/></a:spcAft><a:buSzPct val="100000"/><a:buChar char="&#x2022;"/></a:pPr><a:r><a:rPr lang="en-US" sz="2000" dirty="0"><a:solidFill><a:srgbClr val="000000"/></a:solidFill></a:rPr><a:t>�yP[iI����Bsppt/notesSlides/notesSlide1.xmlPK</a:t></a:r><a:endParaRPr lang="en-US" sz="2000" dirty="0"/></a:p><a:p><a:pPr marL="342900" indent="-342900"><a:spcAft><a:spcPts val="1000"/></a:spcAft><a:buSzPct val="100000"/><a:buChar char="&#x2022;"/></a:pPr><a:r><a:rPr lang="en-US" sz="2000" dirty="0"><a:solidFill><a:srgbClr val="000000"/></a:solidFill></a:rPr><a:t>�yP[�:A��S{ppt/notesSlides/_rels/notesSlide1.xml.relsPK</a:t></a:r><a:endParaRPr lang="en-US" sz="2000" dirty="0"/></a:p><a:p><a:pPr marL="342900" indent="-342900"><a:spcAft><a:spcPts val="1000"/></a:spcAft><a:buSzPct val="100000"/><a:buChar char="&#x2022;"/></a:pPr><a:r><a:rPr lang="en-US" sz="2000" dirty="0"><a:solidFill><a:srgbClr val="000000"/></a:solidFill></a:rPr><a:t>�yP[�p��f}ppt/slides/slide2.xmlPK</a:t></a:r><a:endParaRPr lang="en-US" sz="2000" dirty="0"/></a:p><a:p><a:pPr marL="342900" indent="-342900"><a:spcAft><a:spcPts val="1000"/></a:spcAft><a:buSzPct val="100000"/><a:buChar char="&#x2022;"/></a:pPr><a:r><a:rPr lang="en-US" sz="2000" dirty="0"><a:solidFill><a:srgbClr val="000000"/></a:solidFill></a:rPr><a:t>�yP[������(�ppt/slides/_rels/slide2.xml.relsPK</a:t></a:r><a:endParaRPr lang="en-US" sz="2000" dirty="0"/></a:p><a:p><a:pPr marL="342900" indent="-342900"><a:spcAft><a:spcPts val="1000"/></a:spcAft><a:buSzPct val="100000"/><a:buChar char="&#x2022;"/></a:pPr><a:r><a:rPr lang="en-US" sz="2000" dirty="0"><a:solidFill><a:srgbClr val="000000"/></a:solidFill></a:rPr><a:t>�yP[������4�ppt/notesSlides/notesSlide2.xmlPK</a:t></a:r><a:endParaRPr lang="en-US" sz="2000" dirty="0"/></a:p><a:p><a:pPr marL="342900" indent="-342900"><a:spcAft><a:spcPts val="1000"/></a:spcAft><a:buSzPct val="100000"/><a:buChar char="&#x2022;"/></a:pPr><a:r><a:rPr lang="en-US" sz="2000" dirty="0"><a:solidFill><a:srgbClr val="000000"/></a:solidFill></a:rPr><a:t>�yP[xշ���ppt/notesSlides/_rels/notesSlide2.xml.relsPK</a:t></a:r><a:endParaRPr lang="en-US" sz="2000" dirty="0"/></a:p><a:p><a:pPr marL="342900" indent="-342900"><a:spcAft><a:spcPts val="1000"/></a:spcAft><a:buSzPct val="100000"/><a:buChar char="&#x2022;"/></a:pPr><a:r><a:rPr lang="en-US" sz="2000" dirty="0"><a:solidFill><a:srgbClr val="000000"/></a:solidFill></a:rPr><a:t>�yP[Z���0�ppt/slides/slide3.xmlPK</a:t></a:r><a:endParaRPr lang="en-US" sz="2000" dirty="0"/></a:p><a:p><a:pPr marL="342900" indent="-342900"><a:spcAft><a:spcPts val="1000"/></a:spcAft><a:buSzPct val="100000"/><a:buChar char="&#x2022;"/></a:pPr><a:r><a:rPr lang="en-US" sz="2000" dirty="0"><a:solidFill><a:srgbClr val="000000"/></a:solidFill></a:rPr><a:t>�yP[�����	�ppt/slides/_rels/slide3.xml.relsPK</a:t></a:r><a:endParaRPr lang="en-US" sz="2000" dirty="0"/></a:p><a:p><a:pPr marL="342900" indent="-342900"><a:spcAft><a:spcPts val="1000"/></a:spcAft><a:buSzPct val="100000"/><a:buChar char="&#x2022;"/></a:pPr><a:r><a:rPr lang="en-US" sz="2000" dirty="0"><a:solidFill><a:srgbClr val="000000"/></a:solidFill></a:rPr><a:t>�yP[�`,</a:t></a:r><a:endParaRPr lang="en-US" sz="2000" dirty="0"/></a:p><a:p><a:pPr marL="342900" indent="-342900"><a:spcAft><a:spcPts val="1000"/></a:spcAft><a:buSzPct val="100000"/><a:buChar char="&#x2022;"/></a:pPr><a:r><a:rPr lang="en-US" sz="2000" dirty="0"><a:solidFill><a:srgbClr val="000000"/></a:solidFill></a:rPr><a:t>&lt;&lt;�ppt/notesSlides/notesSlide3.xmlPK</a:t></a:r><a:endParaRPr lang="en-US" sz="2000" dirty="0"/></a:p><a:p><a:pPr marL="342900" indent="-342900"><a:spcAft><a:spcPts val="1000"/></a:spcAft><a:buSzPct val="100000"/><a:buChar char="&#x2022;"/></a:pPr><a:r><a:rPr lang="en-US" sz="2000" dirty="0"><a:solidFill><a:srgbClr val="000000"/></a:solidFill></a:rPr><a:t>�yP[9Y�����ppt/notesSlides/_rels/notesSlide3.xml.relsPK</a:t></a:r><a:endParaRPr lang="en-US" sz="2000" dirty="0"/></a:p><a:p><a:pPr marL="342900" indent="-342900"><a:spcAft><a:spcPts val="1000"/></a:spcAft><a:buSzPct val="100000"/><a:buChar char="&#x2022;"/></a:pPr><a:r><a:rPr lang="en-US" sz="2000" dirty="0"><a:solidFill><a:srgbClr val="000000"/></a:solidFill></a:rPr><a:t>�yP[U�GG��ppt/slides/slide4.xmlPK</a:t></a:r><a:endParaRPr lang="en-US" sz="2000" dirty="0"/></a:p><a:p><a:pPr marL="342900" indent="-342900"><a:spcAft><a:spcPts val="1000"/></a:spcAft><a:buSzPct val="100000"/><a:buChar char="&#x2022;"/></a:pPr><a:r><a:rPr lang="en-US" sz="2000" dirty="0"><a:solidFill><a:srgbClr val="000000"/></a:solidFill></a:rPr><a:t>�yP[ի�&lt;���ppt/slides/_rels/slide4.xml.relsPK</a:t></a:r><a:endParaRPr lang="en-US" sz="2000" dirty="0"/></a:p><a:p><a:pPr marL="342900" indent="-342900"><a:spcAft><a:spcPts val="1000"/></a:spcAft><a:buSzPct val="100000"/><a:buChar char="&#x2022;"/></a:pPr><a:r><a:rPr lang="en-US" sz="2000" dirty="0"><a:solidFill><a:srgbClr val="000000"/></a:solidFill></a:rPr><a:t>�yP[cRu�AA&apos;�ppt/notesSlides/notesSlide4.xmlPK</a:t></a:r><a:endParaRPr lang="en-US" sz="2000" dirty="0"/></a:p><a:p><a:pPr marL="342900" indent="-342900"><a:spcAft><a:spcPts val="1000"/></a:spcAft><a:buSzPct val="100000"/><a:buChar char="&#x2022;"/></a:pPr><a:r><a:rPr lang="en-US" sz="2000" dirty="0"><a:solidFill><a:srgbClr val="000000"/></a:solidFill></a:rPr><a:t>�yP[�J�����ppt/notesSlides/_rels/notesSlide4.xml.relsPK</a:t></a:r><a:endParaRPr lang="en-US" sz="2000" dirty="0"/></a:p><a:p><a:pPr marL="342900" indent="-342900"><a:spcAft><a:spcPts val="1000"/></a:spcAft><a:buSzPct val="100000"/><a:buChar char="&#x2022;"/></a:pPr><a:r><a:rPr lang="en-US" sz="2000" dirty="0"><a:solidFill><a:srgbClr val="000000"/></a:solidFill></a:rPr><a:t>�yP[dHL����ppt/slides/slide5.xmlPK</a:t></a:r><a:endParaRPr lang="en-US" sz="2000" dirty="0"/></a:p><a:p><a:pPr marL="342900" indent="-342900"><a:spcAft><a:spcPts val="1000"/></a:spcAft><a:buSzPct val="100000"/><a:buChar char="&#x2022;"/></a:pPr><a:r><a:rPr lang="en-US" sz="2000" dirty="0"><a:solidFill><a:srgbClr val="000000"/></a:solidFill></a:rPr><a:t>�yP[�΄���}�ppt/slides/_rels/slide5.xml.relsPK</a:t></a:r><a:endParaRPr lang="en-US" sz="2000" dirty="0"/></a:p><a:p><a:pPr marL="342900" indent="-342900"><a:spcAft><a:spcPts val="1000"/></a:spcAft><a:buSzPct val="100000"/><a:buChar char="&#x2022;"/></a:pPr><a:r><a:rPr lang="en-US" sz="2000" dirty="0"><a:solidFill><a:srgbClr val="000000"/></a:solidFill></a:rPr><a:t>�yP[��������ppt/notesSlides/notesSlide5.xmlPK</a:t></a:r><a:endParaRPr lang="en-US" sz="2000" dirty="0"/></a:p><a:p><a:pPr marL="342900" indent="-342900"><a:spcAft><a:spcPts val="1000"/></a:spcAft><a:buSzPct val="100000"/><a:buChar char="&#x2022;"/></a:pPr><a:r><a:rPr lang="en-US" sz="2000" dirty="0"><a:solidFill><a:srgbClr val="000000"/></a:solidFill></a:rPr><a:t>�yP[�Qe��H�ppt/notesSlides/_rels/notesSlide5.xml.relsPK</a:t></a:r><a:endParaRPr lang="en-US" sz="2000" dirty="0"/></a:p><a:p><a:pPr marL="342900" indent="-342900"><a:spcAft><a:spcPts val="1000"/></a:spcAft><a:buSzPct val="100000"/><a:buChar char="&#x2022;"/></a:pPr><a:r><a:rPr lang="en-US" sz="2000" dirty="0"><a:solidFill><a:srgbClr val="000000"/></a:solidFill></a:rPr><a:t>�yP[�pP��[�ppt/slides/slide6.xmlPK</a:t></a:r><a:endParaRPr lang="en-US" sz="2000" dirty="0"/></a:p><a:p><a:pPr marL="342900" indent="-342900"><a:spcAft><a:spcPts val="1000"/></a:spcAft><a:buSzPct val="100000"/><a:buChar char="&#x2022;"/></a:pPr><a:r><a:rPr lang="en-US" sz="2000" dirty="0"><a:solidFill><a:srgbClr val="000000"/></a:solidFill></a:rPr><a:t>�yP[�g����[�ppt/slides/_rels/slide6.xml.relsPK</a:t></a:r><a:endParaRPr lang="en-US" sz="2000" dirty="0"/></a:p><a:p><a:pPr marL="342900" indent="-342900"><a:spcAft><a:spcPts val="1000"/></a:spcAft><a:buSzPct val="100000"/><a:buChar char="&#x2022;"/></a:pPr><a:r><a:rPr lang="en-US" sz="2000" dirty="0"><a:solidFill><a:srgbClr val="000000"/></a:solidFill></a:rPr><a:t>�yP[���ccg�ppt/notesSlides/notesSlide6.xmlPK</a:t></a:r><a:endParaRPr lang="en-US" sz="2000" dirty="0"/></a:p><a:p><a:pPr marL="342900" indent="-342900"><a:spcAft><a:spcPts val="1000"/></a:spcAft><a:buSzPct val="100000"/><a:buChar char="&#x2022;"/></a:pPr><a:r><a:rPr lang="en-US" sz="2000" dirty="0"><a:solidFill><a:srgbClr val="000000"/></a:solidFill></a:rPr><a:t>�yP[=|����ppt/notesSlides/_rels/notesSlide6.xml.relsPK</a:t></a:r><a:endParaRPr lang="en-US" sz="2000" dirty="0"/></a:p><a:p><a:pPr marL="342900" indent="-342900"><a:spcAft><a:spcPts val="1000"/></a:spcAft><a:buSzPct val="100000"/><a:buChar char="&#x2022;"/></a:pPr><a:r><a:rPr lang="en-US" sz="2000" dirty="0"><a:solidFill><a:srgbClr val="000000"/></a:solidFill></a:rPr><a:t>�yP[��?T</a:t></a:r><a:endParaRPr lang="en-US" sz="2000" dirty="0"/></a:p><a:p><a:pPr marL="342900" indent="-342900"><a:spcAft><a:spcPts val="1000"/></a:spcAft><a:buSzPct val="100000"/><a:buChar char="&#x2022;"/></a:pPr><a:r><a:rPr lang="en-US" sz="2000" dirty="0"><a:solidFill><a:srgbClr val="000000"/></a:solidFill></a:rPr><a:t>ppt/slides/slide7.xmlPK</a:t></a:r><a:endParaRPr lang="en-US" sz="2000" dirty="0"/></a:p><a:p><a:pPr marL="342900" indent="-342900"><a:spcAft><a:spcPts val="1000"/></a:spcAft><a:buSzPct val="100000"/><a:buChar char="&#x2022;"/></a:pPr><a:r><a:rPr lang="en-US" sz="2000" dirty="0"><a:solidFill><a:srgbClr val="000000"/></a:solidFill></a:rPr><a:t>�yP[��d��lppt/slides/_rels/slide7.xml.relsPK</a:t></a:r><a:endParaRPr lang="en-US" sz="2000" dirty="0"/></a:p><a:p><a:pPr marL="342900" indent="-342900"><a:spcAft><a:spcPts val="1000"/></a:spcAft><a:buSzPct val="100000"/><a:buChar char="&#x2022;"/></a:pPr><a:r><a:rPr lang="en-US" sz="2000" dirty="0"><a:solidFill><a:srgbClr val="000000"/></a:solidFill></a:rPr><a:t>�yP[���0xppt/notesSlides/notesSlide7.xmlPK</a:t></a:r><a:endParaRPr lang="en-US" sz="2000" dirty="0"/></a:p><a:p><a:pPr marL="342900" indent="-342900"><a:spcAft><a:spcPts val="1000"/></a:spcAft><a:buSzPct val="100000"/><a:buChar char="&#x2022;"/></a:pPr><a:r><a:rPr lang="en-US" sz="2000" dirty="0"><a:solidFill><a:srgbClr val="000000"/></a:solidFill></a:rPr><a:t>�yP[|g����ppt/notesSlides/_rels/notesSlide7.xml.relsPK</a:t></a:r><a:endParaRPr lang="en-US" sz="2000" dirty="0"/></a:p><a:p><a:pPr marL="342900" indent="-342900"><a:spcAft><a:spcPts val="1000"/></a:spcAft><a:buSzPct val="100000"/><a:buChar char="&#x2022;"/></a:pPr><a:r><a:rPr lang="en-US" sz="2000" dirty="0"><a:solidFill><a:srgbClr val="000000"/></a:solidFill></a:rPr><a:t>�yP[�|���%ppt/slideMasters/slideMaster1.xmlPK</a:t></a:r><a:endParaRPr lang="en-US" sz="2000" dirty="0"/></a:p><a:p><a:pPr marL="342900" indent="-342900"><a:spcAft><a:spcPts val="1000"/></a:spcAft><a:buSzPct val="100000"/><a:buChar char="&#x2022;"/></a:pPr><a:r><a:rPr lang="en-US" sz="2000" dirty="0"><a:solidFill><a:srgbClr val="000000"/></a:solidFill></a:rPr><a:t>�yP[��7XX�Dppt/slideMasters/_rels/slideMaster1.xml.relsPK</a:t></a:r><a:endParaRPr lang="en-US" sz="2000" dirty="0"/></a:p><a:p><a:pPr marL="342900" indent="-342900"><a:spcAft><a:spcPts val="1000"/></a:spcAft><a:buSzPct val="100000"/><a:buChar char="&#x2022;"/></a:pPr><a:r><a:rPr lang="en-US" sz="2000" dirty="0"><a:solidFill><a:srgbClr val="000000"/></a:solidFill></a:rPr><a:t>�yP[6�TTrGppt/notesMasters/notesMaster1.xmlPK</a:t></a:r><a:endParaRPr lang="en-US" sz="2000" dirty="0"/></a:p><a:p><a:pPr marL="342900" indent="-342900"><a:spcAft><a:spcPts val="1000"/></a:spcAft><a:buSzPct val="100000"/><a:buChar char="&#x2022;"/></a:pPr><a:r><a:rPr lang="en-US" sz="2000" dirty="0"><a:solidFill><a:srgbClr val="000000"/></a:solidFill></a:rPr><a:t>�yP[s�eppt/notesMasters/_rels/notesMaster1.xml.relsPK%yf</a:t></a:r><a:endParaRPr lang="en-US" sz="2000" dirty="0"/></a:p></p:txBody></p:sp></p:spTree></p:cSld><p:clrMapOvr><a:masterClrMapping/></p:clrMapOvr></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2025-10-16T15:15:19Z</dcterms:created>
  <dcterms:modified xsi:type="dcterms:W3CDTF">2025-10-16T15:15:19Z</dcterms:modified>
</cp:coreProperties>
</file>