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685800"/>
          </a:xfrm>
          <a:prstGeom prst="rect">
            <a:avLst/>
          </a:prstGeom>
          <a:solidFill>
            <a:srgbClr val="0072C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3779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Project Triangle © 2025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2C6"/>
                </a:solidFill>
              </a:rPr>
              <a:t>Of course. Here is the 7-slide presentation outline for the Attendance Management System.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2025-10-02T13:41:14Z</dcterms:created>
  <dcterms:modified xsi:type="dcterms:W3CDTF">2025-10-02T13:41:14Z</dcterms:modified>
</cp:coreProperties>
</file>