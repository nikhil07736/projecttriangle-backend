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8288000" cy="10287000"/>
  <p:notesSz cx="6858000" cy="9144000"/>
  <p:embeddedFontLst>
    <p:embeddedFont>
      <p:font typeface="Arial Black" panose="020B0A04020102020204" pitchFamily="34" charset="0"/>
      <p:bold r:id="rId9"/>
    </p:embeddedFont>
    <p:embeddedFont>
      <p:font typeface="Calibri (MS) Bold" panose="020B0604020202020204" charset="0"/>
      <p:bold r:id="rId10"/>
    </p:embeddedFont>
    <p:embeddedFont>
      <p:font typeface="Garamond" panose="02020404030301010803" pitchFamily="18" charset="0"/>
      <p:regular r:id="rId11"/>
      <p:bold r:id="rId12"/>
      <p:italic r:id="rId13"/>
    </p:embeddedFont>
    <p:embeddedFont>
      <p:font typeface="Garamond Bold" panose="0202080403030701080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FE9DA3-DD9D-4FB6-B2C5-F9EAA8BA97FB}" v="53" dt="2025-09-29T09:58:44.9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44" d="100"/>
          <a:sy n="44" d="100"/>
        </p:scale>
        <p:origin x="660" y="68"/>
      </p:cViewPr>
      <p:guideLst>
        <p:guide orient="horz" pos="216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umimusale@outlook.com" userId="46f21967448647da" providerId="LiveId" clId="{E886C1B9-BD0E-49D4-B7C3-69BC485959C5}"/>
    <pc:docChg chg="undo custSel addSld modSld">
      <pc:chgData name="bhumimusale@outlook.com" userId="46f21967448647da" providerId="LiveId" clId="{E886C1B9-BD0E-49D4-B7C3-69BC485959C5}" dt="2025-09-29T13:51:38.715" v="2122" actId="1076"/>
      <pc:docMkLst>
        <pc:docMk/>
      </pc:docMkLst>
      <pc:sldChg chg="modSp mod">
        <pc:chgData name="bhumimusale@outlook.com" userId="46f21967448647da" providerId="LiveId" clId="{E886C1B9-BD0E-49D4-B7C3-69BC485959C5}" dt="2025-09-29T07:19:28.568" v="90" actId="404"/>
        <pc:sldMkLst>
          <pc:docMk/>
          <pc:sldMk cId="0" sldId="256"/>
        </pc:sldMkLst>
        <pc:spChg chg="mod">
          <ac:chgData name="bhumimusale@outlook.com" userId="46f21967448647da" providerId="LiveId" clId="{E886C1B9-BD0E-49D4-B7C3-69BC485959C5}" dt="2025-09-29T07:19:28.568" v="90" actId="404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bhumimusale@outlook.com" userId="46f21967448647da" providerId="LiveId" clId="{E886C1B9-BD0E-49D4-B7C3-69BC485959C5}" dt="2025-09-29T07:29:39.474" v="169" actId="14100"/>
        <pc:sldMkLst>
          <pc:docMk/>
          <pc:sldMk cId="0" sldId="257"/>
        </pc:sldMkLst>
        <pc:spChg chg="mod">
          <ac:chgData name="bhumimusale@outlook.com" userId="46f21967448647da" providerId="LiveId" clId="{E886C1B9-BD0E-49D4-B7C3-69BC485959C5}" dt="2025-09-29T07:22:41.723" v="114" actId="14100"/>
          <ac:spMkLst>
            <pc:docMk/>
            <pc:sldMk cId="0" sldId="257"/>
            <ac:spMk id="17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7:23:51.128" v="123" actId="14100"/>
          <ac:spMkLst>
            <pc:docMk/>
            <pc:sldMk cId="0" sldId="257"/>
            <ac:spMk id="18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7:24:39.562" v="129" actId="14100"/>
          <ac:spMkLst>
            <pc:docMk/>
            <pc:sldMk cId="0" sldId="257"/>
            <ac:spMk id="19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7:29:39.474" v="169" actId="14100"/>
          <ac:spMkLst>
            <pc:docMk/>
            <pc:sldMk cId="0" sldId="257"/>
            <ac:spMk id="20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7:20:59.316" v="106" actId="1076"/>
          <ac:spMkLst>
            <pc:docMk/>
            <pc:sldMk cId="0" sldId="257"/>
            <ac:spMk id="24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7:25:10.697" v="134" actId="1076"/>
          <ac:spMkLst>
            <pc:docMk/>
            <pc:sldMk cId="0" sldId="257"/>
            <ac:spMk id="37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7:25:50.683" v="138" actId="14100"/>
          <ac:spMkLst>
            <pc:docMk/>
            <pc:sldMk cId="0" sldId="257"/>
            <ac:spMk id="38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7:25:37.978" v="137" actId="1076"/>
          <ac:spMkLst>
            <pc:docMk/>
            <pc:sldMk cId="0" sldId="257"/>
            <ac:spMk id="39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7:28:15.453" v="151" actId="688"/>
          <ac:spMkLst>
            <pc:docMk/>
            <pc:sldMk cId="0" sldId="257"/>
            <ac:spMk id="40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7:29:23.932" v="168" actId="14100"/>
          <ac:spMkLst>
            <pc:docMk/>
            <pc:sldMk cId="0" sldId="257"/>
            <ac:spMk id="41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7:27:48.271" v="149" actId="1076"/>
          <ac:spMkLst>
            <pc:docMk/>
            <pc:sldMk cId="0" sldId="257"/>
            <ac:spMk id="42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7:24:56.752" v="132" actId="20577"/>
          <ac:spMkLst>
            <pc:docMk/>
            <pc:sldMk cId="0" sldId="257"/>
            <ac:spMk id="43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7:25:20.998" v="135" actId="1076"/>
          <ac:spMkLst>
            <pc:docMk/>
            <pc:sldMk cId="0" sldId="257"/>
            <ac:spMk id="44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7:24:45.350" v="130" actId="1076"/>
          <ac:spMkLst>
            <pc:docMk/>
            <pc:sldMk cId="0" sldId="257"/>
            <ac:spMk id="45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7:29:08.689" v="166" actId="20577"/>
          <ac:spMkLst>
            <pc:docMk/>
            <pc:sldMk cId="0" sldId="257"/>
            <ac:spMk id="46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7:26:46.253" v="142" actId="1076"/>
          <ac:spMkLst>
            <pc:docMk/>
            <pc:sldMk cId="0" sldId="257"/>
            <ac:spMk id="47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7:19:56.112" v="95" actId="1076"/>
          <ac:spMkLst>
            <pc:docMk/>
            <pc:sldMk cId="0" sldId="257"/>
            <ac:spMk id="48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7:21:14.794" v="107" actId="1076"/>
          <ac:spMkLst>
            <pc:docMk/>
            <pc:sldMk cId="0" sldId="257"/>
            <ac:spMk id="49" creationId="{00000000-0000-0000-0000-000000000000}"/>
          </ac:spMkLst>
        </pc:spChg>
      </pc:sldChg>
      <pc:sldChg chg="modSp mod">
        <pc:chgData name="bhumimusale@outlook.com" userId="46f21967448647da" providerId="LiveId" clId="{E886C1B9-BD0E-49D4-B7C3-69BC485959C5}" dt="2025-09-29T07:31:32.251" v="170" actId="2711"/>
        <pc:sldMkLst>
          <pc:docMk/>
          <pc:sldMk cId="0" sldId="258"/>
        </pc:sldMkLst>
        <pc:spChg chg="mod">
          <ac:chgData name="bhumimusale@outlook.com" userId="46f21967448647da" providerId="LiveId" clId="{E886C1B9-BD0E-49D4-B7C3-69BC485959C5}" dt="2025-09-29T07:31:32.251" v="170" actId="2711"/>
          <ac:spMkLst>
            <pc:docMk/>
            <pc:sldMk cId="0" sldId="258"/>
            <ac:spMk id="9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6:59:09.033" v="59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6:58:58.978" v="57" actId="1076"/>
          <ac:spMkLst>
            <pc:docMk/>
            <pc:sldMk cId="0" sldId="258"/>
            <ac:spMk id="17" creationId="{00000000-0000-0000-0000-000000000000}"/>
          </ac:spMkLst>
        </pc:spChg>
        <pc:grpChg chg="mod">
          <ac:chgData name="bhumimusale@outlook.com" userId="46f21967448647da" providerId="LiveId" clId="{E886C1B9-BD0E-49D4-B7C3-69BC485959C5}" dt="2025-09-29T06:58:50.746" v="56" actId="1076"/>
          <ac:grpSpMkLst>
            <pc:docMk/>
            <pc:sldMk cId="0" sldId="258"/>
            <ac:grpSpMk id="10" creationId="{00000000-0000-0000-0000-000000000000}"/>
          </ac:grpSpMkLst>
        </pc:grpChg>
      </pc:sldChg>
      <pc:sldChg chg="delSp modSp mod">
        <pc:chgData name="bhumimusale@outlook.com" userId="46f21967448647da" providerId="LiveId" clId="{E886C1B9-BD0E-49D4-B7C3-69BC485959C5}" dt="2025-09-29T07:00:58.535" v="64" actId="1076"/>
        <pc:sldMkLst>
          <pc:docMk/>
          <pc:sldMk cId="0" sldId="259"/>
        </pc:sldMkLst>
        <pc:spChg chg="mod">
          <ac:chgData name="bhumimusale@outlook.com" userId="46f21967448647da" providerId="LiveId" clId="{E886C1B9-BD0E-49D4-B7C3-69BC485959C5}" dt="2025-09-29T06:58:16.247" v="49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6:56:47.216" v="35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6:57:09.639" v="38" actId="107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6:57:44.342" v="43" actId="107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6:57:05.565" v="36" actId="1076"/>
          <ac:spMkLst>
            <pc:docMk/>
            <pc:sldMk cId="0" sldId="259"/>
            <ac:spMk id="27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6:57:36.872" v="39" actId="1076"/>
          <ac:spMkLst>
            <pc:docMk/>
            <pc:sldMk cId="0" sldId="259"/>
            <ac:spMk id="28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6:57:50.881" v="44" actId="1076"/>
          <ac:spMkLst>
            <pc:docMk/>
            <pc:sldMk cId="0" sldId="259"/>
            <ac:spMk id="29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6:57:59.959" v="45" actId="1076"/>
          <ac:spMkLst>
            <pc:docMk/>
            <pc:sldMk cId="0" sldId="259"/>
            <ac:spMk id="30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6:58:08.947" v="46" actId="1076"/>
          <ac:spMkLst>
            <pc:docMk/>
            <pc:sldMk cId="0" sldId="259"/>
            <ac:spMk id="65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7:00:58.535" v="64" actId="1076"/>
          <ac:spMkLst>
            <pc:docMk/>
            <pc:sldMk cId="0" sldId="259"/>
            <ac:spMk id="66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7:00:37.358" v="63" actId="1076"/>
          <ac:spMkLst>
            <pc:docMk/>
            <pc:sldMk cId="0" sldId="259"/>
            <ac:spMk id="67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6:56:12.114" v="29" actId="1076"/>
          <ac:spMkLst>
            <pc:docMk/>
            <pc:sldMk cId="0" sldId="259"/>
            <ac:spMk id="68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6:55:53.790" v="27" actId="1076"/>
          <ac:spMkLst>
            <pc:docMk/>
            <pc:sldMk cId="0" sldId="259"/>
            <ac:spMk id="69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6:55:09.078" v="21" actId="1076"/>
          <ac:spMkLst>
            <pc:docMk/>
            <pc:sldMk cId="0" sldId="259"/>
            <ac:spMk id="70" creationId="{00000000-0000-0000-0000-000000000000}"/>
          </ac:spMkLst>
        </pc:spChg>
        <pc:picChg chg="del">
          <ac:chgData name="bhumimusale@outlook.com" userId="46f21967448647da" providerId="LiveId" clId="{E886C1B9-BD0E-49D4-B7C3-69BC485959C5}" dt="2025-09-29T07:00:28.318" v="60" actId="478"/>
          <ac:picMkLst>
            <pc:docMk/>
            <pc:sldMk cId="0" sldId="259"/>
            <ac:picMk id="72" creationId="{00000000-0000-0000-0000-000000000000}"/>
          </ac:picMkLst>
        </pc:picChg>
        <pc:picChg chg="del">
          <ac:chgData name="bhumimusale@outlook.com" userId="46f21967448647da" providerId="LiveId" clId="{E886C1B9-BD0E-49D4-B7C3-69BC485959C5}" dt="2025-09-29T07:00:30.693" v="61" actId="478"/>
          <ac:picMkLst>
            <pc:docMk/>
            <pc:sldMk cId="0" sldId="259"/>
            <ac:picMk id="74" creationId="{00000000-0000-0000-0000-000000000000}"/>
          </ac:picMkLst>
        </pc:picChg>
        <pc:picChg chg="del">
          <ac:chgData name="bhumimusale@outlook.com" userId="46f21967448647da" providerId="LiveId" clId="{E886C1B9-BD0E-49D4-B7C3-69BC485959C5}" dt="2025-09-29T07:00:32.476" v="62" actId="478"/>
          <ac:picMkLst>
            <pc:docMk/>
            <pc:sldMk cId="0" sldId="259"/>
            <ac:picMk id="78" creationId="{00000000-0000-0000-0000-000000000000}"/>
          </ac:picMkLst>
        </pc:picChg>
      </pc:sldChg>
      <pc:sldChg chg="modSp mod">
        <pc:chgData name="bhumimusale@outlook.com" userId="46f21967448647da" providerId="LiveId" clId="{E886C1B9-BD0E-49D4-B7C3-69BC485959C5}" dt="2025-09-29T06:53:49.662" v="8" actId="1076"/>
        <pc:sldMkLst>
          <pc:docMk/>
          <pc:sldMk cId="0" sldId="260"/>
        </pc:sldMkLst>
        <pc:spChg chg="mod">
          <ac:chgData name="bhumimusale@outlook.com" userId="46f21967448647da" providerId="LiveId" clId="{E886C1B9-BD0E-49D4-B7C3-69BC485959C5}" dt="2025-09-29T06:53:26.465" v="3" actId="1076"/>
          <ac:spMkLst>
            <pc:docMk/>
            <pc:sldMk cId="0" sldId="260"/>
            <ac:spMk id="61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6:53:49.662" v="8" actId="1076"/>
          <ac:spMkLst>
            <pc:docMk/>
            <pc:sldMk cId="0" sldId="260"/>
            <ac:spMk id="62" creationId="{00000000-0000-0000-0000-000000000000}"/>
          </ac:spMkLst>
        </pc:spChg>
      </pc:sldChg>
      <pc:sldChg chg="modSp mod">
        <pc:chgData name="bhumimusale@outlook.com" userId="46f21967448647da" providerId="LiveId" clId="{E886C1B9-BD0E-49D4-B7C3-69BC485959C5}" dt="2025-09-29T07:03:05.086" v="87" actId="255"/>
        <pc:sldMkLst>
          <pc:docMk/>
          <pc:sldMk cId="0" sldId="261"/>
        </pc:sldMkLst>
        <pc:spChg chg="mod">
          <ac:chgData name="bhumimusale@outlook.com" userId="46f21967448647da" providerId="LiveId" clId="{E886C1B9-BD0E-49D4-B7C3-69BC485959C5}" dt="2025-09-29T06:54:21.594" v="12" actId="14100"/>
          <ac:spMkLst>
            <pc:docMk/>
            <pc:sldMk cId="0" sldId="261"/>
            <ac:spMk id="17" creationId="{00000000-0000-0000-0000-000000000000}"/>
          </ac:spMkLst>
        </pc:spChg>
        <pc:spChg chg="mod">
          <ac:chgData name="bhumimusale@outlook.com" userId="46f21967448647da" providerId="LiveId" clId="{E886C1B9-BD0E-49D4-B7C3-69BC485959C5}" dt="2025-09-29T07:03:05.086" v="87" actId="255"/>
          <ac:spMkLst>
            <pc:docMk/>
            <pc:sldMk cId="0" sldId="261"/>
            <ac:spMk id="18" creationId="{00000000-0000-0000-0000-000000000000}"/>
          </ac:spMkLst>
        </pc:spChg>
      </pc:sldChg>
      <pc:sldChg chg="addSp delSp modSp new mod">
        <pc:chgData name="bhumimusale@outlook.com" userId="46f21967448647da" providerId="LiveId" clId="{E886C1B9-BD0E-49D4-B7C3-69BC485959C5}" dt="2025-09-29T13:51:38.715" v="2122" actId="1076"/>
        <pc:sldMkLst>
          <pc:docMk/>
          <pc:sldMk cId="1322384518" sldId="262"/>
        </pc:sldMkLst>
        <pc:spChg chg="mod">
          <ac:chgData name="bhumimusale@outlook.com" userId="46f21967448647da" providerId="LiveId" clId="{E886C1B9-BD0E-49D4-B7C3-69BC485959C5}" dt="2025-09-29T07:32:28.178" v="172"/>
          <ac:spMkLst>
            <pc:docMk/>
            <pc:sldMk cId="1322384518" sldId="262"/>
            <ac:spMk id="3" creationId="{3D53ED47-732A-1F3A-169F-B5806FEF0A99}"/>
          </ac:spMkLst>
        </pc:spChg>
        <pc:spChg chg="mod">
          <ac:chgData name="bhumimusale@outlook.com" userId="46f21967448647da" providerId="LiveId" clId="{E886C1B9-BD0E-49D4-B7C3-69BC485959C5}" dt="2025-09-29T07:32:28.178" v="172"/>
          <ac:spMkLst>
            <pc:docMk/>
            <pc:sldMk cId="1322384518" sldId="262"/>
            <ac:spMk id="4" creationId="{88615663-AC6E-A5BD-0C99-223B98C14191}"/>
          </ac:spMkLst>
        </pc:spChg>
        <pc:spChg chg="mod">
          <ac:chgData name="bhumimusale@outlook.com" userId="46f21967448647da" providerId="LiveId" clId="{E886C1B9-BD0E-49D4-B7C3-69BC485959C5}" dt="2025-09-29T07:32:28.178" v="172"/>
          <ac:spMkLst>
            <pc:docMk/>
            <pc:sldMk cId="1322384518" sldId="262"/>
            <ac:spMk id="5" creationId="{3F8474F2-2E9C-44B5-8032-79DF8E3BF8DB}"/>
          </ac:spMkLst>
        </pc:spChg>
        <pc:spChg chg="mod">
          <ac:chgData name="bhumimusale@outlook.com" userId="46f21967448647da" providerId="LiveId" clId="{E886C1B9-BD0E-49D4-B7C3-69BC485959C5}" dt="2025-09-29T07:32:28.178" v="172"/>
          <ac:spMkLst>
            <pc:docMk/>
            <pc:sldMk cId="1322384518" sldId="262"/>
            <ac:spMk id="7" creationId="{2FED3EB0-AEDF-E200-AE33-43E63BA4808D}"/>
          </ac:spMkLst>
        </pc:spChg>
        <pc:spChg chg="add mod">
          <ac:chgData name="bhumimusale@outlook.com" userId="46f21967448647da" providerId="LiveId" clId="{E886C1B9-BD0E-49D4-B7C3-69BC485959C5}" dt="2025-09-29T07:33:12.271" v="176" actId="1076"/>
          <ac:spMkLst>
            <pc:docMk/>
            <pc:sldMk cId="1322384518" sldId="262"/>
            <ac:spMk id="8" creationId="{4FCE5127-76BD-8742-A642-7486C6528318}"/>
          </ac:spMkLst>
        </pc:spChg>
        <pc:spChg chg="add mod">
          <ac:chgData name="bhumimusale@outlook.com" userId="46f21967448647da" providerId="LiveId" clId="{E886C1B9-BD0E-49D4-B7C3-69BC485959C5}" dt="2025-09-29T08:03:07.413" v="451" actId="1076"/>
          <ac:spMkLst>
            <pc:docMk/>
            <pc:sldMk cId="1322384518" sldId="262"/>
            <ac:spMk id="9" creationId="{B4525E11-58D2-C9D0-F767-10C86370B564}"/>
          </ac:spMkLst>
        </pc:spChg>
        <pc:spChg chg="mod">
          <ac:chgData name="bhumimusale@outlook.com" userId="46f21967448647da" providerId="LiveId" clId="{E886C1B9-BD0E-49D4-B7C3-69BC485959C5}" dt="2025-09-29T13:51:28.902" v="2121" actId="1076"/>
          <ac:spMkLst>
            <pc:docMk/>
            <pc:sldMk cId="1322384518" sldId="262"/>
            <ac:spMk id="11" creationId="{068A2264-86CE-E1E6-2F1C-4EC37ED4A5D1}"/>
          </ac:spMkLst>
        </pc:spChg>
        <pc:spChg chg="mod">
          <ac:chgData name="bhumimusale@outlook.com" userId="46f21967448647da" providerId="LiveId" clId="{E886C1B9-BD0E-49D4-B7C3-69BC485959C5}" dt="2025-09-29T09:23:57.434" v="1475" actId="113"/>
          <ac:spMkLst>
            <pc:docMk/>
            <pc:sldMk cId="1322384518" sldId="262"/>
            <ac:spMk id="12" creationId="{C2B3F7AB-ADEB-B4B8-4D1C-70926499715C}"/>
          </ac:spMkLst>
        </pc:spChg>
        <pc:spChg chg="add del mod">
          <ac:chgData name="bhumimusale@outlook.com" userId="46f21967448647da" providerId="LiveId" clId="{E886C1B9-BD0E-49D4-B7C3-69BC485959C5}" dt="2025-09-29T09:03:07.523" v="1045" actId="478"/>
          <ac:spMkLst>
            <pc:docMk/>
            <pc:sldMk cId="1322384518" sldId="262"/>
            <ac:spMk id="13" creationId="{578C55DD-1F38-4068-1FCE-00ED57582A59}"/>
          </ac:spMkLst>
        </pc:spChg>
        <pc:spChg chg="add del mod">
          <ac:chgData name="bhumimusale@outlook.com" userId="46f21967448647da" providerId="LiveId" clId="{E886C1B9-BD0E-49D4-B7C3-69BC485959C5}" dt="2025-09-29T09:03:16.573" v="1047" actId="478"/>
          <ac:spMkLst>
            <pc:docMk/>
            <pc:sldMk cId="1322384518" sldId="262"/>
            <ac:spMk id="15" creationId="{F5FB9BAE-B4CF-7348-A25B-9FC18F827854}"/>
          </ac:spMkLst>
        </pc:spChg>
        <pc:spChg chg="add mod">
          <ac:chgData name="bhumimusale@outlook.com" userId="46f21967448647da" providerId="LiveId" clId="{E886C1B9-BD0E-49D4-B7C3-69BC485959C5}" dt="2025-09-29T08:06:44.416" v="580" actId="1036"/>
          <ac:spMkLst>
            <pc:docMk/>
            <pc:sldMk cId="1322384518" sldId="262"/>
            <ac:spMk id="16" creationId="{AE67CAEE-B3B3-7244-1067-0DCCEA294300}"/>
          </ac:spMkLst>
        </pc:spChg>
        <pc:spChg chg="add mod">
          <ac:chgData name="bhumimusale@outlook.com" userId="46f21967448647da" providerId="LiveId" clId="{E886C1B9-BD0E-49D4-B7C3-69BC485959C5}" dt="2025-09-29T08:01:30.525" v="402" actId="571"/>
          <ac:spMkLst>
            <pc:docMk/>
            <pc:sldMk cId="1322384518" sldId="262"/>
            <ac:spMk id="78" creationId="{7E4055D6-A776-9E33-70DC-794DAC843296}"/>
          </ac:spMkLst>
        </pc:spChg>
        <pc:spChg chg="mod">
          <ac:chgData name="bhumimusale@outlook.com" userId="46f21967448647da" providerId="LiveId" clId="{E886C1B9-BD0E-49D4-B7C3-69BC485959C5}" dt="2025-09-29T08:01:28.850" v="401" actId="571"/>
          <ac:spMkLst>
            <pc:docMk/>
            <pc:sldMk cId="1322384518" sldId="262"/>
            <ac:spMk id="80" creationId="{EAB7B69B-4DBD-8DC2-C8DB-B19F3F9E3F1A}"/>
          </ac:spMkLst>
        </pc:spChg>
        <pc:spChg chg="mod">
          <ac:chgData name="bhumimusale@outlook.com" userId="46f21967448647da" providerId="LiveId" clId="{E886C1B9-BD0E-49D4-B7C3-69BC485959C5}" dt="2025-09-29T08:01:28.850" v="401" actId="571"/>
          <ac:spMkLst>
            <pc:docMk/>
            <pc:sldMk cId="1322384518" sldId="262"/>
            <ac:spMk id="81" creationId="{26D1E2E7-EEA1-8998-C43B-5690100FFFEE}"/>
          </ac:spMkLst>
        </pc:spChg>
        <pc:spChg chg="add mod">
          <ac:chgData name="bhumimusale@outlook.com" userId="46f21967448647da" providerId="LiveId" clId="{E886C1B9-BD0E-49D4-B7C3-69BC485959C5}" dt="2025-09-29T08:01:28.850" v="401" actId="571"/>
          <ac:spMkLst>
            <pc:docMk/>
            <pc:sldMk cId="1322384518" sldId="262"/>
            <ac:spMk id="82" creationId="{0A9D0F3C-34AF-1D5E-BDB3-DEB1BF199C1B}"/>
          </ac:spMkLst>
        </pc:spChg>
        <pc:spChg chg="add del mod">
          <ac:chgData name="bhumimusale@outlook.com" userId="46f21967448647da" providerId="LiveId" clId="{E886C1B9-BD0E-49D4-B7C3-69BC485959C5}" dt="2025-09-29T08:08:55.117" v="605" actId="478"/>
          <ac:spMkLst>
            <pc:docMk/>
            <pc:sldMk cId="1322384518" sldId="262"/>
            <ac:spMk id="95" creationId="{63C39507-3B4E-753E-D3C1-1B5CA0E0A6C7}"/>
          </ac:spMkLst>
        </pc:spChg>
        <pc:spChg chg="add del mod">
          <ac:chgData name="bhumimusale@outlook.com" userId="46f21967448647da" providerId="LiveId" clId="{E886C1B9-BD0E-49D4-B7C3-69BC485959C5}" dt="2025-09-29T09:03:27.077" v="1050" actId="478"/>
          <ac:spMkLst>
            <pc:docMk/>
            <pc:sldMk cId="1322384518" sldId="262"/>
            <ac:spMk id="96" creationId="{9630495E-9C93-3627-2747-DCD8F168157F}"/>
          </ac:spMkLst>
        </pc:spChg>
        <pc:spChg chg="mod">
          <ac:chgData name="bhumimusale@outlook.com" userId="46f21967448647da" providerId="LiveId" clId="{E886C1B9-BD0E-49D4-B7C3-69BC485959C5}" dt="2025-09-29T08:13:50.397" v="748" actId="571"/>
          <ac:spMkLst>
            <pc:docMk/>
            <pc:sldMk cId="1322384518" sldId="262"/>
            <ac:spMk id="98" creationId="{EB06CFFA-997D-E5A5-1427-915CAFF5CA59}"/>
          </ac:spMkLst>
        </pc:spChg>
        <pc:spChg chg="mod">
          <ac:chgData name="bhumimusale@outlook.com" userId="46f21967448647da" providerId="LiveId" clId="{E886C1B9-BD0E-49D4-B7C3-69BC485959C5}" dt="2025-09-29T08:13:50.397" v="748" actId="571"/>
          <ac:spMkLst>
            <pc:docMk/>
            <pc:sldMk cId="1322384518" sldId="262"/>
            <ac:spMk id="99" creationId="{B37B59E6-C714-7C6A-7220-4E96CB2BA5CD}"/>
          </ac:spMkLst>
        </pc:spChg>
        <pc:spChg chg="add del mod">
          <ac:chgData name="bhumimusale@outlook.com" userId="46f21967448647da" providerId="LiveId" clId="{E886C1B9-BD0E-49D4-B7C3-69BC485959C5}" dt="2025-09-29T09:03:16.573" v="1047" actId="478"/>
          <ac:spMkLst>
            <pc:docMk/>
            <pc:sldMk cId="1322384518" sldId="262"/>
            <ac:spMk id="101" creationId="{E8FBC9B6-D58D-D428-F276-BE3638226C73}"/>
          </ac:spMkLst>
        </pc:spChg>
        <pc:spChg chg="add del mod">
          <ac:chgData name="bhumimusale@outlook.com" userId="46f21967448647da" providerId="LiveId" clId="{E886C1B9-BD0E-49D4-B7C3-69BC485959C5}" dt="2025-09-29T09:03:16.573" v="1047" actId="478"/>
          <ac:spMkLst>
            <pc:docMk/>
            <pc:sldMk cId="1322384518" sldId="262"/>
            <ac:spMk id="102" creationId="{1AD4B533-99AA-962F-0746-31C2A5C0D688}"/>
          </ac:spMkLst>
        </pc:spChg>
        <pc:spChg chg="add del mod">
          <ac:chgData name="bhumimusale@outlook.com" userId="46f21967448647da" providerId="LiveId" clId="{E886C1B9-BD0E-49D4-B7C3-69BC485959C5}" dt="2025-09-29T08:18:52.392" v="820" actId="478"/>
          <ac:spMkLst>
            <pc:docMk/>
            <pc:sldMk cId="1322384518" sldId="262"/>
            <ac:spMk id="103" creationId="{B114CD92-772E-AEC2-B1A0-1D5070409197}"/>
          </ac:spMkLst>
        </pc:spChg>
        <pc:spChg chg="add del mod">
          <ac:chgData name="bhumimusale@outlook.com" userId="46f21967448647da" providerId="LiveId" clId="{E886C1B9-BD0E-49D4-B7C3-69BC485959C5}" dt="2025-09-29T09:03:16.573" v="1047" actId="478"/>
          <ac:spMkLst>
            <pc:docMk/>
            <pc:sldMk cId="1322384518" sldId="262"/>
            <ac:spMk id="104" creationId="{FCAF0DFA-1B05-B6F8-6957-C3527430CCFD}"/>
          </ac:spMkLst>
        </pc:spChg>
        <pc:spChg chg="add del mod">
          <ac:chgData name="bhumimusale@outlook.com" userId="46f21967448647da" providerId="LiveId" clId="{E886C1B9-BD0E-49D4-B7C3-69BC485959C5}" dt="2025-09-29T08:18:54.326" v="821" actId="478"/>
          <ac:spMkLst>
            <pc:docMk/>
            <pc:sldMk cId="1322384518" sldId="262"/>
            <ac:spMk id="105" creationId="{0D0F0195-C057-7624-89B3-68DA0F1FA46D}"/>
          </ac:spMkLst>
        </pc:spChg>
        <pc:spChg chg="add del mod">
          <ac:chgData name="bhumimusale@outlook.com" userId="46f21967448647da" providerId="LiveId" clId="{E886C1B9-BD0E-49D4-B7C3-69BC485959C5}" dt="2025-09-29T08:18:55.858" v="822" actId="478"/>
          <ac:spMkLst>
            <pc:docMk/>
            <pc:sldMk cId="1322384518" sldId="262"/>
            <ac:spMk id="106" creationId="{D5590E91-FB85-3B5E-5163-1B8C80B95DBF}"/>
          </ac:spMkLst>
        </pc:spChg>
        <pc:spChg chg="add del mod">
          <ac:chgData name="bhumimusale@outlook.com" userId="46f21967448647da" providerId="LiveId" clId="{E886C1B9-BD0E-49D4-B7C3-69BC485959C5}" dt="2025-09-29T08:18:57.396" v="823" actId="478"/>
          <ac:spMkLst>
            <pc:docMk/>
            <pc:sldMk cId="1322384518" sldId="262"/>
            <ac:spMk id="107" creationId="{9C90F809-77D6-618E-4D60-5C846C0946AE}"/>
          </ac:spMkLst>
        </pc:spChg>
        <pc:spChg chg="add del mod">
          <ac:chgData name="bhumimusale@outlook.com" userId="46f21967448647da" providerId="LiveId" clId="{E886C1B9-BD0E-49D4-B7C3-69BC485959C5}" dt="2025-09-29T09:03:16.573" v="1047" actId="478"/>
          <ac:spMkLst>
            <pc:docMk/>
            <pc:sldMk cId="1322384518" sldId="262"/>
            <ac:spMk id="108" creationId="{58AE4EDD-A75F-E053-E067-ADA802EC9BE5}"/>
          </ac:spMkLst>
        </pc:spChg>
        <pc:spChg chg="add del mod">
          <ac:chgData name="bhumimusale@outlook.com" userId="46f21967448647da" providerId="LiveId" clId="{E886C1B9-BD0E-49D4-B7C3-69BC485959C5}" dt="2025-09-29T09:03:16.573" v="1047" actId="478"/>
          <ac:spMkLst>
            <pc:docMk/>
            <pc:sldMk cId="1322384518" sldId="262"/>
            <ac:spMk id="109" creationId="{F87584D0-B1F5-3D5C-B068-912D663A815D}"/>
          </ac:spMkLst>
        </pc:spChg>
        <pc:spChg chg="add del mod">
          <ac:chgData name="bhumimusale@outlook.com" userId="46f21967448647da" providerId="LiveId" clId="{E886C1B9-BD0E-49D4-B7C3-69BC485959C5}" dt="2025-09-29T09:03:16.573" v="1047" actId="478"/>
          <ac:spMkLst>
            <pc:docMk/>
            <pc:sldMk cId="1322384518" sldId="262"/>
            <ac:spMk id="110" creationId="{D1323C25-B57F-B2FF-C28E-E4A6AF5FF0E4}"/>
          </ac:spMkLst>
        </pc:spChg>
        <pc:spChg chg="add del mod">
          <ac:chgData name="bhumimusale@outlook.com" userId="46f21967448647da" providerId="LiveId" clId="{E886C1B9-BD0E-49D4-B7C3-69BC485959C5}" dt="2025-09-29T09:03:16.573" v="1047" actId="478"/>
          <ac:spMkLst>
            <pc:docMk/>
            <pc:sldMk cId="1322384518" sldId="262"/>
            <ac:spMk id="111" creationId="{DEF9CE9F-DA98-7444-E218-F5DE794B8275}"/>
          </ac:spMkLst>
        </pc:spChg>
        <pc:spChg chg="add del mod">
          <ac:chgData name="bhumimusale@outlook.com" userId="46f21967448647da" providerId="LiveId" clId="{E886C1B9-BD0E-49D4-B7C3-69BC485959C5}" dt="2025-09-29T08:26:51.749" v="989" actId="478"/>
          <ac:spMkLst>
            <pc:docMk/>
            <pc:sldMk cId="1322384518" sldId="262"/>
            <ac:spMk id="118" creationId="{CB601272-E8E9-C8BC-E4A2-53514316F651}"/>
          </ac:spMkLst>
        </pc:spChg>
        <pc:spChg chg="add del mod">
          <ac:chgData name="bhumimusale@outlook.com" userId="46f21967448647da" providerId="LiveId" clId="{E886C1B9-BD0E-49D4-B7C3-69BC485959C5}" dt="2025-09-29T09:03:16.573" v="1047" actId="478"/>
          <ac:spMkLst>
            <pc:docMk/>
            <pc:sldMk cId="1322384518" sldId="262"/>
            <ac:spMk id="119" creationId="{B3570BD2-2826-F214-3801-E0180254143E}"/>
          </ac:spMkLst>
        </pc:spChg>
        <pc:spChg chg="add del mod">
          <ac:chgData name="bhumimusale@outlook.com" userId="46f21967448647da" providerId="LiveId" clId="{E886C1B9-BD0E-49D4-B7C3-69BC485959C5}" dt="2025-09-29T09:03:16.573" v="1047" actId="478"/>
          <ac:spMkLst>
            <pc:docMk/>
            <pc:sldMk cId="1322384518" sldId="262"/>
            <ac:spMk id="120" creationId="{F6512926-D7DC-FB7E-8AD0-2DF8C2F0533E}"/>
          </ac:spMkLst>
        </pc:spChg>
        <pc:spChg chg="add mod">
          <ac:chgData name="bhumimusale@outlook.com" userId="46f21967448647da" providerId="LiveId" clId="{E886C1B9-BD0E-49D4-B7C3-69BC485959C5}" dt="2025-09-29T13:51:38.715" v="2122" actId="1076"/>
          <ac:spMkLst>
            <pc:docMk/>
            <pc:sldMk cId="1322384518" sldId="262"/>
            <ac:spMk id="121" creationId="{C2274796-76A1-BD10-2FEA-0FBC56F30FE7}"/>
          </ac:spMkLst>
        </pc:spChg>
        <pc:spChg chg="add mod">
          <ac:chgData name="bhumimusale@outlook.com" userId="46f21967448647da" providerId="LiveId" clId="{E886C1B9-BD0E-49D4-B7C3-69BC485959C5}" dt="2025-09-29T09:56:06.968" v="2003" actId="13822"/>
          <ac:spMkLst>
            <pc:docMk/>
            <pc:sldMk cId="1322384518" sldId="262"/>
            <ac:spMk id="126" creationId="{3480D6B5-5FEF-94EE-66CF-768CD3F5CC11}"/>
          </ac:spMkLst>
        </pc:spChg>
        <pc:spChg chg="add mod">
          <ac:chgData name="bhumimusale@outlook.com" userId="46f21967448647da" providerId="LiveId" clId="{E886C1B9-BD0E-49D4-B7C3-69BC485959C5}" dt="2025-09-29T13:51:38.715" v="2122" actId="1076"/>
          <ac:spMkLst>
            <pc:docMk/>
            <pc:sldMk cId="1322384518" sldId="262"/>
            <ac:spMk id="136" creationId="{862A159A-F18F-D5B3-8B25-09CBBB532D04}"/>
          </ac:spMkLst>
        </pc:spChg>
        <pc:spChg chg="add mod">
          <ac:chgData name="bhumimusale@outlook.com" userId="46f21967448647da" providerId="LiveId" clId="{E886C1B9-BD0E-49D4-B7C3-69BC485959C5}" dt="2025-09-29T13:51:38.715" v="2122" actId="1076"/>
          <ac:spMkLst>
            <pc:docMk/>
            <pc:sldMk cId="1322384518" sldId="262"/>
            <ac:spMk id="137" creationId="{1F92B7A9-44EC-465A-275E-36813A854748}"/>
          </ac:spMkLst>
        </pc:spChg>
        <pc:spChg chg="add mod">
          <ac:chgData name="bhumimusale@outlook.com" userId="46f21967448647da" providerId="LiveId" clId="{E886C1B9-BD0E-49D4-B7C3-69BC485959C5}" dt="2025-09-29T13:51:38.715" v="2122" actId="1076"/>
          <ac:spMkLst>
            <pc:docMk/>
            <pc:sldMk cId="1322384518" sldId="262"/>
            <ac:spMk id="142" creationId="{8F5D8458-7F5A-C96E-1A81-10AD34B6AAD9}"/>
          </ac:spMkLst>
        </pc:spChg>
        <pc:spChg chg="add del mod">
          <ac:chgData name="bhumimusale@outlook.com" userId="46f21967448647da" providerId="LiveId" clId="{E886C1B9-BD0E-49D4-B7C3-69BC485959C5}" dt="2025-09-29T09:21:59.034" v="1465" actId="478"/>
          <ac:spMkLst>
            <pc:docMk/>
            <pc:sldMk cId="1322384518" sldId="262"/>
            <ac:spMk id="143" creationId="{994E80B1-CDC9-B179-0FFA-423EFB80C2DF}"/>
          </ac:spMkLst>
        </pc:spChg>
        <pc:spChg chg="add del mod">
          <ac:chgData name="bhumimusale@outlook.com" userId="46f21967448647da" providerId="LiveId" clId="{E886C1B9-BD0E-49D4-B7C3-69BC485959C5}" dt="2025-09-29T09:26:15.283" v="1487" actId="478"/>
          <ac:spMkLst>
            <pc:docMk/>
            <pc:sldMk cId="1322384518" sldId="262"/>
            <ac:spMk id="145" creationId="{89F0B0F5-3B13-D4CD-824D-0F8E1F9D2EF7}"/>
          </ac:spMkLst>
        </pc:spChg>
        <pc:spChg chg="add del">
          <ac:chgData name="bhumimusale@outlook.com" userId="46f21967448647da" providerId="LiveId" clId="{E886C1B9-BD0E-49D4-B7C3-69BC485959C5}" dt="2025-09-29T09:24:36.216" v="1478" actId="478"/>
          <ac:spMkLst>
            <pc:docMk/>
            <pc:sldMk cId="1322384518" sldId="262"/>
            <ac:spMk id="146" creationId="{600E1705-0833-1AC7-87DE-23B83A733939}"/>
          </ac:spMkLst>
        </pc:spChg>
        <pc:spChg chg="add mod">
          <ac:chgData name="bhumimusale@outlook.com" userId="46f21967448647da" providerId="LiveId" clId="{E886C1B9-BD0E-49D4-B7C3-69BC485959C5}" dt="2025-09-29T13:51:38.715" v="2122" actId="1076"/>
          <ac:spMkLst>
            <pc:docMk/>
            <pc:sldMk cId="1322384518" sldId="262"/>
            <ac:spMk id="147" creationId="{6D728197-9F82-ACA0-3E71-520AAFE388DB}"/>
          </ac:spMkLst>
        </pc:spChg>
        <pc:spChg chg="add mod">
          <ac:chgData name="bhumimusale@outlook.com" userId="46f21967448647da" providerId="LiveId" clId="{E886C1B9-BD0E-49D4-B7C3-69BC485959C5}" dt="2025-09-29T09:29:03.908" v="1525"/>
          <ac:spMkLst>
            <pc:docMk/>
            <pc:sldMk cId="1322384518" sldId="262"/>
            <ac:spMk id="148" creationId="{1385D865-0CEB-1195-A2D2-386727A54605}"/>
          </ac:spMkLst>
        </pc:spChg>
        <pc:spChg chg="add mod">
          <ac:chgData name="bhumimusale@outlook.com" userId="46f21967448647da" providerId="LiveId" clId="{E886C1B9-BD0E-49D4-B7C3-69BC485959C5}" dt="2025-09-29T10:03:04.175" v="2105" actId="13822"/>
          <ac:spMkLst>
            <pc:docMk/>
            <pc:sldMk cId="1322384518" sldId="262"/>
            <ac:spMk id="149" creationId="{5D3452C2-2FA6-1AB2-AC62-09F795692308}"/>
          </ac:spMkLst>
        </pc:spChg>
        <pc:spChg chg="add mod">
          <ac:chgData name="bhumimusale@outlook.com" userId="46f21967448647da" providerId="LiveId" clId="{E886C1B9-BD0E-49D4-B7C3-69BC485959C5}" dt="2025-09-29T13:51:38.715" v="2122" actId="1076"/>
          <ac:spMkLst>
            <pc:docMk/>
            <pc:sldMk cId="1322384518" sldId="262"/>
            <ac:spMk id="150" creationId="{73876920-8EFD-AB7C-D028-BE3E245BA152}"/>
          </ac:spMkLst>
        </pc:spChg>
        <pc:spChg chg="add del mod">
          <ac:chgData name="bhumimusale@outlook.com" userId="46f21967448647da" providerId="LiveId" clId="{E886C1B9-BD0E-49D4-B7C3-69BC485959C5}" dt="2025-09-29T09:33:24.509" v="1721" actId="478"/>
          <ac:spMkLst>
            <pc:docMk/>
            <pc:sldMk cId="1322384518" sldId="262"/>
            <ac:spMk id="153" creationId="{65C77E29-DF86-73B4-107E-95E3AD4E73E7}"/>
          </ac:spMkLst>
        </pc:spChg>
        <pc:spChg chg="add del mod">
          <ac:chgData name="bhumimusale@outlook.com" userId="46f21967448647da" providerId="LiveId" clId="{E886C1B9-BD0E-49D4-B7C3-69BC485959C5}" dt="2025-09-29T09:33:23.811" v="1720" actId="478"/>
          <ac:spMkLst>
            <pc:docMk/>
            <pc:sldMk cId="1322384518" sldId="262"/>
            <ac:spMk id="154" creationId="{E4771F4B-DFE2-C83E-5E85-97D447946C04}"/>
          </ac:spMkLst>
        </pc:spChg>
        <pc:spChg chg="add del mod">
          <ac:chgData name="bhumimusale@outlook.com" userId="46f21967448647da" providerId="LiveId" clId="{E886C1B9-BD0E-49D4-B7C3-69BC485959C5}" dt="2025-09-29T09:33:23.106" v="1719" actId="478"/>
          <ac:spMkLst>
            <pc:docMk/>
            <pc:sldMk cId="1322384518" sldId="262"/>
            <ac:spMk id="155" creationId="{49214239-1E64-D5F5-6FBE-BF09FDDCEA1A}"/>
          </ac:spMkLst>
        </pc:spChg>
        <pc:spChg chg="add del mod">
          <ac:chgData name="bhumimusale@outlook.com" userId="46f21967448647da" providerId="LiveId" clId="{E886C1B9-BD0E-49D4-B7C3-69BC485959C5}" dt="2025-09-29T09:33:22.403" v="1718" actId="478"/>
          <ac:spMkLst>
            <pc:docMk/>
            <pc:sldMk cId="1322384518" sldId="262"/>
            <ac:spMk id="156" creationId="{738B4925-1A9F-4B94-8368-9859086D85BF}"/>
          </ac:spMkLst>
        </pc:spChg>
        <pc:spChg chg="add mod">
          <ac:chgData name="bhumimusale@outlook.com" userId="46f21967448647da" providerId="LiveId" clId="{E886C1B9-BD0E-49D4-B7C3-69BC485959C5}" dt="2025-09-29T10:02:54.457" v="2103" actId="13822"/>
          <ac:spMkLst>
            <pc:docMk/>
            <pc:sldMk cId="1322384518" sldId="262"/>
            <ac:spMk id="157" creationId="{E0DA5429-0EAF-530F-F8C4-098D7BC3E196}"/>
          </ac:spMkLst>
        </pc:spChg>
        <pc:spChg chg="add mod">
          <ac:chgData name="bhumimusale@outlook.com" userId="46f21967448647da" providerId="LiveId" clId="{E886C1B9-BD0E-49D4-B7C3-69BC485959C5}" dt="2025-09-29T09:33:15.046" v="1716"/>
          <ac:spMkLst>
            <pc:docMk/>
            <pc:sldMk cId="1322384518" sldId="262"/>
            <ac:spMk id="158" creationId="{EC714771-C43D-E01A-AFAA-2141A63582C7}"/>
          </ac:spMkLst>
        </pc:spChg>
        <pc:spChg chg="add mod">
          <ac:chgData name="bhumimusale@outlook.com" userId="46f21967448647da" providerId="LiveId" clId="{E886C1B9-BD0E-49D4-B7C3-69BC485959C5}" dt="2025-09-29T09:33:34.642" v="1729"/>
          <ac:spMkLst>
            <pc:docMk/>
            <pc:sldMk cId="1322384518" sldId="262"/>
            <ac:spMk id="159" creationId="{C68CF4EB-0CC5-DADE-A519-6CB140588911}"/>
          </ac:spMkLst>
        </pc:spChg>
        <pc:spChg chg="add mod">
          <ac:chgData name="bhumimusale@outlook.com" userId="46f21967448647da" providerId="LiveId" clId="{E886C1B9-BD0E-49D4-B7C3-69BC485959C5}" dt="2025-09-29T09:33:33.325" v="1727"/>
          <ac:spMkLst>
            <pc:docMk/>
            <pc:sldMk cId="1322384518" sldId="262"/>
            <ac:spMk id="160" creationId="{57CD5815-5560-51B6-7EF4-6F8DDA353B52}"/>
          </ac:spMkLst>
        </pc:spChg>
        <pc:spChg chg="add mod">
          <ac:chgData name="bhumimusale@outlook.com" userId="46f21967448647da" providerId="LiveId" clId="{E886C1B9-BD0E-49D4-B7C3-69BC485959C5}" dt="2025-09-29T09:33:33.155" v="1726"/>
          <ac:spMkLst>
            <pc:docMk/>
            <pc:sldMk cId="1322384518" sldId="262"/>
            <ac:spMk id="161" creationId="{563D9393-CEFF-012D-BCF5-F346B57BDE0C}"/>
          </ac:spMkLst>
        </pc:spChg>
        <pc:spChg chg="add mod">
          <ac:chgData name="bhumimusale@outlook.com" userId="46f21967448647da" providerId="LiveId" clId="{E886C1B9-BD0E-49D4-B7C3-69BC485959C5}" dt="2025-09-29T13:51:38.715" v="2122" actId="1076"/>
          <ac:spMkLst>
            <pc:docMk/>
            <pc:sldMk cId="1322384518" sldId="262"/>
            <ac:spMk id="162" creationId="{F128C57B-DBB1-9906-7D6B-DFDD0FEC1D93}"/>
          </ac:spMkLst>
        </pc:spChg>
        <pc:spChg chg="add mod">
          <ac:chgData name="bhumimusale@outlook.com" userId="46f21967448647da" providerId="LiveId" clId="{E886C1B9-BD0E-49D4-B7C3-69BC485959C5}" dt="2025-09-29T13:51:38.715" v="2122" actId="1076"/>
          <ac:spMkLst>
            <pc:docMk/>
            <pc:sldMk cId="1322384518" sldId="262"/>
            <ac:spMk id="163" creationId="{86A95B49-3444-AF27-4DFB-0755C869D13F}"/>
          </ac:spMkLst>
        </pc:spChg>
        <pc:spChg chg="add mod">
          <ac:chgData name="bhumimusale@outlook.com" userId="46f21967448647da" providerId="LiveId" clId="{E886C1B9-BD0E-49D4-B7C3-69BC485959C5}" dt="2025-09-29T13:51:38.715" v="2122" actId="1076"/>
          <ac:spMkLst>
            <pc:docMk/>
            <pc:sldMk cId="1322384518" sldId="262"/>
            <ac:spMk id="164" creationId="{9C69342D-1C64-7CCD-C385-DB85FCD6C605}"/>
          </ac:spMkLst>
        </pc:spChg>
        <pc:spChg chg="add del mod">
          <ac:chgData name="bhumimusale@outlook.com" userId="46f21967448647da" providerId="LiveId" clId="{E886C1B9-BD0E-49D4-B7C3-69BC485959C5}" dt="2025-09-29T09:36:39.348" v="1847" actId="478"/>
          <ac:spMkLst>
            <pc:docMk/>
            <pc:sldMk cId="1322384518" sldId="262"/>
            <ac:spMk id="165" creationId="{F8FDCB8D-287D-2B95-9B7A-FD26E4F40872}"/>
          </ac:spMkLst>
        </pc:spChg>
        <pc:spChg chg="add mod">
          <ac:chgData name="bhumimusale@outlook.com" userId="46f21967448647da" providerId="LiveId" clId="{E886C1B9-BD0E-49D4-B7C3-69BC485959C5}" dt="2025-09-29T09:56:03.068" v="2002" actId="13822"/>
          <ac:spMkLst>
            <pc:docMk/>
            <pc:sldMk cId="1322384518" sldId="262"/>
            <ac:spMk id="172" creationId="{62056A92-B593-ED48-566E-0D2D0183C3D4}"/>
          </ac:spMkLst>
        </pc:spChg>
        <pc:spChg chg="add mod">
          <ac:chgData name="bhumimusale@outlook.com" userId="46f21967448647da" providerId="LiveId" clId="{E886C1B9-BD0E-49D4-B7C3-69BC485959C5}" dt="2025-09-29T13:51:38.715" v="2122" actId="1076"/>
          <ac:spMkLst>
            <pc:docMk/>
            <pc:sldMk cId="1322384518" sldId="262"/>
            <ac:spMk id="173" creationId="{6A2ABA43-5A67-48BF-3392-8DE10F031A08}"/>
          </ac:spMkLst>
        </pc:spChg>
        <pc:spChg chg="add mod">
          <ac:chgData name="bhumimusale@outlook.com" userId="46f21967448647da" providerId="LiveId" clId="{E886C1B9-BD0E-49D4-B7C3-69BC485959C5}" dt="2025-09-29T09:55:59.189" v="2001" actId="13822"/>
          <ac:spMkLst>
            <pc:docMk/>
            <pc:sldMk cId="1322384518" sldId="262"/>
            <ac:spMk id="174" creationId="{B764E05B-A8B3-63BD-7F49-14C15AE44A59}"/>
          </ac:spMkLst>
        </pc:spChg>
        <pc:grpChg chg="add mod">
          <ac:chgData name="bhumimusale@outlook.com" userId="46f21967448647da" providerId="LiveId" clId="{E886C1B9-BD0E-49D4-B7C3-69BC485959C5}" dt="2025-09-29T07:32:28.178" v="172"/>
          <ac:grpSpMkLst>
            <pc:docMk/>
            <pc:sldMk cId="1322384518" sldId="262"/>
            <ac:grpSpMk id="2" creationId="{D62CC723-D284-F8A3-400F-1A7DA0C4C374}"/>
          </ac:grpSpMkLst>
        </pc:grpChg>
        <pc:grpChg chg="add mod">
          <ac:chgData name="bhumimusale@outlook.com" userId="46f21967448647da" providerId="LiveId" clId="{E886C1B9-BD0E-49D4-B7C3-69BC485959C5}" dt="2025-09-29T07:32:28.178" v="172"/>
          <ac:grpSpMkLst>
            <pc:docMk/>
            <pc:sldMk cId="1322384518" sldId="262"/>
            <ac:grpSpMk id="6" creationId="{A2EAA167-0EEF-DDB2-B21E-0BEE18581EBF}"/>
          </ac:grpSpMkLst>
        </pc:grpChg>
        <pc:grpChg chg="add del mod">
          <ac:chgData name="bhumimusale@outlook.com" userId="46f21967448647da" providerId="LiveId" clId="{E886C1B9-BD0E-49D4-B7C3-69BC485959C5}" dt="2025-09-29T13:51:19.246" v="2118" actId="14100"/>
          <ac:grpSpMkLst>
            <pc:docMk/>
            <pc:sldMk cId="1322384518" sldId="262"/>
            <ac:grpSpMk id="10" creationId="{BDA138D2-CEBE-157A-9CFA-948F9D888277}"/>
          </ac:grpSpMkLst>
        </pc:grpChg>
        <pc:grpChg chg="add mod">
          <ac:chgData name="bhumimusale@outlook.com" userId="46f21967448647da" providerId="LiveId" clId="{E886C1B9-BD0E-49D4-B7C3-69BC485959C5}" dt="2025-09-29T08:01:28.850" v="401" actId="571"/>
          <ac:grpSpMkLst>
            <pc:docMk/>
            <pc:sldMk cId="1322384518" sldId="262"/>
            <ac:grpSpMk id="79" creationId="{6A356F9D-AC27-DD00-F035-BD0B3FE9BF3F}"/>
          </ac:grpSpMkLst>
        </pc:grpChg>
        <pc:grpChg chg="add mod">
          <ac:chgData name="bhumimusale@outlook.com" userId="46f21967448647da" providerId="LiveId" clId="{E886C1B9-BD0E-49D4-B7C3-69BC485959C5}" dt="2025-09-29T08:13:50.397" v="748" actId="571"/>
          <ac:grpSpMkLst>
            <pc:docMk/>
            <pc:sldMk cId="1322384518" sldId="262"/>
            <ac:grpSpMk id="97" creationId="{66B57A20-582B-1A69-5FC0-96F3D1AB2524}"/>
          </ac:grpSpMkLst>
        </pc:grpChg>
        <pc:picChg chg="add del mod">
          <ac:chgData name="bhumimusale@outlook.com" userId="46f21967448647da" providerId="LiveId" clId="{E886C1B9-BD0E-49D4-B7C3-69BC485959C5}" dt="2025-09-29T07:42:48.166" v="280" actId="21"/>
          <ac:picMkLst>
            <pc:docMk/>
            <pc:sldMk cId="1322384518" sldId="262"/>
            <ac:picMk id="14" creationId="{3B8287DE-C45A-29A3-3E80-FBCD8C55F3AC}"/>
          </ac:picMkLst>
        </pc:picChg>
        <pc:picChg chg="add del mod">
          <ac:chgData name="bhumimusale@outlook.com" userId="46f21967448647da" providerId="LiveId" clId="{E886C1B9-BD0E-49D4-B7C3-69BC485959C5}" dt="2025-09-29T08:14:05.114" v="753" actId="1076"/>
          <ac:picMkLst>
            <pc:docMk/>
            <pc:sldMk cId="1322384518" sldId="262"/>
            <ac:picMk id="100" creationId="{1E7B99C9-12CC-7125-273D-E83B7A251B77}"/>
          </ac:picMkLst>
        </pc:picChg>
        <pc:cxnChg chg="add del">
          <ac:chgData name="bhumimusale@outlook.com" userId="46f21967448647da" providerId="LiveId" clId="{E886C1B9-BD0E-49D4-B7C3-69BC485959C5}" dt="2025-09-29T07:49:14.409" v="318" actId="11529"/>
          <ac:cxnSpMkLst>
            <pc:docMk/>
            <pc:sldMk cId="1322384518" sldId="262"/>
            <ac:cxnSpMk id="18" creationId="{50882013-34BF-3ADC-2802-C5392BE672AF}"/>
          </ac:cxnSpMkLst>
        </pc:cxnChg>
        <pc:cxnChg chg="add del mod">
          <ac:chgData name="bhumimusale@outlook.com" userId="46f21967448647da" providerId="LiveId" clId="{E886C1B9-BD0E-49D4-B7C3-69BC485959C5}" dt="2025-09-29T07:49:40.163" v="322" actId="11529"/>
          <ac:cxnSpMkLst>
            <pc:docMk/>
            <pc:sldMk cId="1322384518" sldId="262"/>
            <ac:cxnSpMk id="20" creationId="{B1A267AA-1F46-0328-4E55-CE8EDD753A66}"/>
          </ac:cxnSpMkLst>
        </pc:cxnChg>
        <pc:cxnChg chg="add del mod">
          <ac:chgData name="bhumimusale@outlook.com" userId="46f21967448647da" providerId="LiveId" clId="{E886C1B9-BD0E-49D4-B7C3-69BC485959C5}" dt="2025-09-29T07:50:10.749" v="327" actId="478"/>
          <ac:cxnSpMkLst>
            <pc:docMk/>
            <pc:sldMk cId="1322384518" sldId="262"/>
            <ac:cxnSpMk id="23" creationId="{6A20889E-43AD-0C73-7FC1-7DCD81AC7F3A}"/>
          </ac:cxnSpMkLst>
        </pc:cxnChg>
        <pc:cxnChg chg="add mod">
          <ac:chgData name="bhumimusale@outlook.com" userId="46f21967448647da" providerId="LiveId" clId="{E886C1B9-BD0E-49D4-B7C3-69BC485959C5}" dt="2025-09-29T09:03:07.523" v="1045" actId="478"/>
          <ac:cxnSpMkLst>
            <pc:docMk/>
            <pc:sldMk cId="1322384518" sldId="262"/>
            <ac:cxnSpMk id="28" creationId="{103D6720-24DC-C3D1-D1A5-A2CFEAF22499}"/>
          </ac:cxnSpMkLst>
        </pc:cxnChg>
        <pc:cxnChg chg="add mod">
          <ac:chgData name="bhumimusale@outlook.com" userId="46f21967448647da" providerId="LiveId" clId="{E886C1B9-BD0E-49D4-B7C3-69BC485959C5}" dt="2025-09-29T08:07:06.392" v="582" actId="14100"/>
          <ac:cxnSpMkLst>
            <pc:docMk/>
            <pc:sldMk cId="1322384518" sldId="262"/>
            <ac:cxnSpMk id="31" creationId="{54FDF6E6-BD6D-4814-F829-5CE42EE7FD27}"/>
          </ac:cxnSpMkLst>
        </pc:cxnChg>
        <pc:cxnChg chg="add mod">
          <ac:chgData name="bhumimusale@outlook.com" userId="46f21967448647da" providerId="LiveId" clId="{E886C1B9-BD0E-49D4-B7C3-69BC485959C5}" dt="2025-09-29T08:07:42.747" v="591" actId="14100"/>
          <ac:cxnSpMkLst>
            <pc:docMk/>
            <pc:sldMk cId="1322384518" sldId="262"/>
            <ac:cxnSpMk id="45" creationId="{1427776C-521A-7067-C156-48CA6D4E5221}"/>
          </ac:cxnSpMkLst>
        </pc:cxnChg>
        <pc:cxnChg chg="add mod">
          <ac:chgData name="bhumimusale@outlook.com" userId="46f21967448647da" providerId="LiveId" clId="{E886C1B9-BD0E-49D4-B7C3-69BC485959C5}" dt="2025-09-29T08:07:52.168" v="593" actId="14100"/>
          <ac:cxnSpMkLst>
            <pc:docMk/>
            <pc:sldMk cId="1322384518" sldId="262"/>
            <ac:cxnSpMk id="49" creationId="{4232B214-DE5F-467E-758F-7F2994FFFA23}"/>
          </ac:cxnSpMkLst>
        </pc:cxnChg>
        <pc:cxnChg chg="add mod">
          <ac:chgData name="bhumimusale@outlook.com" userId="46f21967448647da" providerId="LiveId" clId="{E886C1B9-BD0E-49D4-B7C3-69BC485959C5}" dt="2025-09-29T09:03:07.523" v="1045" actId="478"/>
          <ac:cxnSpMkLst>
            <pc:docMk/>
            <pc:sldMk cId="1322384518" sldId="262"/>
            <ac:cxnSpMk id="55" creationId="{6725B767-B94B-0242-9F3B-8C209B7A057E}"/>
          </ac:cxnSpMkLst>
        </pc:cxnChg>
        <pc:cxnChg chg="add mod">
          <ac:chgData name="bhumimusale@outlook.com" userId="46f21967448647da" providerId="LiveId" clId="{E886C1B9-BD0E-49D4-B7C3-69BC485959C5}" dt="2025-09-29T08:07:08.354" v="583" actId="1076"/>
          <ac:cxnSpMkLst>
            <pc:docMk/>
            <pc:sldMk cId="1322384518" sldId="262"/>
            <ac:cxnSpMk id="59" creationId="{43D75717-36E9-2D6A-3D02-E25B447E9D78}"/>
          </ac:cxnSpMkLst>
        </pc:cxnChg>
        <pc:cxnChg chg="add mod">
          <ac:chgData name="bhumimusale@outlook.com" userId="46f21967448647da" providerId="LiveId" clId="{E886C1B9-BD0E-49D4-B7C3-69BC485959C5}" dt="2025-09-29T08:07:35.545" v="588" actId="14100"/>
          <ac:cxnSpMkLst>
            <pc:docMk/>
            <pc:sldMk cId="1322384518" sldId="262"/>
            <ac:cxnSpMk id="64" creationId="{4A41968A-73F4-EA2E-A0B2-DBC61379EB7D}"/>
          </ac:cxnSpMkLst>
        </pc:cxnChg>
        <pc:cxnChg chg="add mod">
          <ac:chgData name="bhumimusale@outlook.com" userId="46f21967448647da" providerId="LiveId" clId="{E886C1B9-BD0E-49D4-B7C3-69BC485959C5}" dt="2025-09-29T08:06:44.416" v="580" actId="1036"/>
          <ac:cxnSpMkLst>
            <pc:docMk/>
            <pc:sldMk cId="1322384518" sldId="262"/>
            <ac:cxnSpMk id="69" creationId="{60B60BC6-1B56-4917-5637-2DC600E36ABC}"/>
          </ac:cxnSpMkLst>
        </pc:cxnChg>
        <pc:cxnChg chg="add mod">
          <ac:chgData name="bhumimusale@outlook.com" userId="46f21967448647da" providerId="LiveId" clId="{E886C1B9-BD0E-49D4-B7C3-69BC485959C5}" dt="2025-09-29T08:24:43.667" v="974" actId="13822"/>
          <ac:cxnSpMkLst>
            <pc:docMk/>
            <pc:sldMk cId="1322384518" sldId="262"/>
            <ac:cxnSpMk id="113" creationId="{CE9F2A02-A20C-AC0C-B5C6-2216B115EAE8}"/>
          </ac:cxnSpMkLst>
        </pc:cxnChg>
        <pc:cxnChg chg="add del mod">
          <ac:chgData name="bhumimusale@outlook.com" userId="46f21967448647da" providerId="LiveId" clId="{E886C1B9-BD0E-49D4-B7C3-69BC485959C5}" dt="2025-09-29T08:24:53.595" v="977" actId="478"/>
          <ac:cxnSpMkLst>
            <pc:docMk/>
            <pc:sldMk cId="1322384518" sldId="262"/>
            <ac:cxnSpMk id="116" creationId="{8B86B561-3C0D-B49B-BC3F-1690202C08B8}"/>
          </ac:cxnSpMkLst>
        </pc:cxnChg>
        <pc:cxnChg chg="add mod">
          <ac:chgData name="bhumimusale@outlook.com" userId="46f21967448647da" providerId="LiveId" clId="{E886C1B9-BD0E-49D4-B7C3-69BC485959C5}" dt="2025-09-29T08:25:08.117" v="979" actId="1076"/>
          <ac:cxnSpMkLst>
            <pc:docMk/>
            <pc:sldMk cId="1322384518" sldId="262"/>
            <ac:cxnSpMk id="117" creationId="{06158635-8CAB-4AFF-A4EB-AB66323A0F6C}"/>
          </ac:cxnSpMkLst>
        </pc:cxnChg>
        <pc:cxnChg chg="add mod">
          <ac:chgData name="bhumimusale@outlook.com" userId="46f21967448647da" providerId="LiveId" clId="{E886C1B9-BD0E-49D4-B7C3-69BC485959C5}" dt="2025-09-29T09:53:26.498" v="1992" actId="1076"/>
          <ac:cxnSpMkLst>
            <pc:docMk/>
            <pc:sldMk cId="1322384518" sldId="262"/>
            <ac:cxnSpMk id="123" creationId="{B67C01BB-A7E7-980C-3142-F2C954A861AD}"/>
          </ac:cxnSpMkLst>
        </pc:cxnChg>
        <pc:cxnChg chg="add del mod">
          <ac:chgData name="bhumimusale@outlook.com" userId="46f21967448647da" providerId="LiveId" clId="{E886C1B9-BD0E-49D4-B7C3-69BC485959C5}" dt="2025-09-29T09:51:33.608" v="1977" actId="478"/>
          <ac:cxnSpMkLst>
            <pc:docMk/>
            <pc:sldMk cId="1322384518" sldId="262"/>
            <ac:cxnSpMk id="128" creationId="{F191B7E2-5560-E4D4-35C6-326D9E8917D3}"/>
          </ac:cxnSpMkLst>
        </pc:cxnChg>
        <pc:cxnChg chg="add mod">
          <ac:chgData name="bhumimusale@outlook.com" userId="46f21967448647da" providerId="LiveId" clId="{E886C1B9-BD0E-49D4-B7C3-69BC485959C5}" dt="2025-09-29T09:53:15.949" v="1989" actId="1076"/>
          <ac:cxnSpMkLst>
            <pc:docMk/>
            <pc:sldMk cId="1322384518" sldId="262"/>
            <ac:cxnSpMk id="132" creationId="{5211D119-18A4-17E0-9C7E-EE569B763C0C}"/>
          </ac:cxnSpMkLst>
        </pc:cxnChg>
        <pc:cxnChg chg="add mod">
          <ac:chgData name="bhumimusale@outlook.com" userId="46f21967448647da" providerId="LiveId" clId="{E886C1B9-BD0E-49D4-B7C3-69BC485959C5}" dt="2025-09-29T09:10:43.975" v="1158" actId="13822"/>
          <ac:cxnSpMkLst>
            <pc:docMk/>
            <pc:sldMk cId="1322384518" sldId="262"/>
            <ac:cxnSpMk id="139" creationId="{887FBE7B-82E9-66C3-9ACF-135C818A2671}"/>
          </ac:cxnSpMkLst>
        </pc:cxnChg>
        <pc:cxnChg chg="add mod">
          <ac:chgData name="bhumimusale@outlook.com" userId="46f21967448647da" providerId="LiveId" clId="{E886C1B9-BD0E-49D4-B7C3-69BC485959C5}" dt="2025-09-29T09:31:50.035" v="1669" actId="14100"/>
          <ac:cxnSpMkLst>
            <pc:docMk/>
            <pc:sldMk cId="1322384518" sldId="262"/>
            <ac:cxnSpMk id="151" creationId="{69005E56-90A7-A39C-0ED2-59ADC4CE7CE1}"/>
          </ac:cxnSpMkLst>
        </pc:cxnChg>
        <pc:cxnChg chg="add mod">
          <ac:chgData name="bhumimusale@outlook.com" userId="46f21967448647da" providerId="LiveId" clId="{E886C1B9-BD0E-49D4-B7C3-69BC485959C5}" dt="2025-09-29T09:50:41.496" v="1966" actId="14100"/>
          <ac:cxnSpMkLst>
            <pc:docMk/>
            <pc:sldMk cId="1322384518" sldId="262"/>
            <ac:cxnSpMk id="167" creationId="{6E0A412F-A5D8-4CC0-64FC-C4BF32E65F53}"/>
          </ac:cxnSpMkLst>
        </pc:cxnChg>
        <pc:cxnChg chg="add mod">
          <ac:chgData name="bhumimusale@outlook.com" userId="46f21967448647da" providerId="LiveId" clId="{E886C1B9-BD0E-49D4-B7C3-69BC485959C5}" dt="2025-09-29T09:50:47.297" v="1968" actId="1076"/>
          <ac:cxnSpMkLst>
            <pc:docMk/>
            <pc:sldMk cId="1322384518" sldId="262"/>
            <ac:cxnSpMk id="170" creationId="{0216A9CF-B282-86AE-728C-50D2CD722E69}"/>
          </ac:cxnSpMkLst>
        </pc:cxnChg>
        <pc:cxnChg chg="add mod">
          <ac:chgData name="bhumimusale@outlook.com" userId="46f21967448647da" providerId="LiveId" clId="{E886C1B9-BD0E-49D4-B7C3-69BC485959C5}" dt="2025-09-29T09:51:04.841" v="1971" actId="1076"/>
          <ac:cxnSpMkLst>
            <pc:docMk/>
            <pc:sldMk cId="1322384518" sldId="262"/>
            <ac:cxnSpMk id="176" creationId="{03F52C55-4701-9371-5368-D594B72A5C14}"/>
          </ac:cxnSpMkLst>
        </pc:cxnChg>
        <pc:cxnChg chg="add mod">
          <ac:chgData name="bhumimusale@outlook.com" userId="46f21967448647da" providerId="LiveId" clId="{E886C1B9-BD0E-49D4-B7C3-69BC485959C5}" dt="2025-09-29T09:50:50.388" v="1969" actId="1076"/>
          <ac:cxnSpMkLst>
            <pc:docMk/>
            <pc:sldMk cId="1322384518" sldId="262"/>
            <ac:cxnSpMk id="179" creationId="{1F45895D-19DA-5A56-9F90-CB181959BB5C}"/>
          </ac:cxnSpMkLst>
        </pc:cxnChg>
        <pc:cxnChg chg="add mod">
          <ac:chgData name="bhumimusale@outlook.com" userId="46f21967448647da" providerId="LiveId" clId="{E886C1B9-BD0E-49D4-B7C3-69BC485959C5}" dt="2025-09-29T09:50:54.490" v="1970" actId="1076"/>
          <ac:cxnSpMkLst>
            <pc:docMk/>
            <pc:sldMk cId="1322384518" sldId="262"/>
            <ac:cxnSpMk id="183" creationId="{4A5ED0E8-AC59-4F4C-5341-79323DEA819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18" Type="http://schemas.openxmlformats.org/officeDocument/2006/relationships/image" Target="../media/image20.sv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12" Type="http://schemas.openxmlformats.org/officeDocument/2006/relationships/image" Target="../media/image14.svg"/><Relationship Id="rId17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8.svg"/><Relationship Id="rId20" Type="http://schemas.openxmlformats.org/officeDocument/2006/relationships/image" Target="../media/image2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7.png"/><Relationship Id="rId9" Type="http://schemas.openxmlformats.org/officeDocument/2006/relationships/image" Target="../media/image5.png"/><Relationship Id="rId14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5.png"/><Relationship Id="rId21" Type="http://schemas.openxmlformats.org/officeDocument/2006/relationships/image" Target="../media/image40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image" Target="../media/image4.png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11" Type="http://schemas.openxmlformats.org/officeDocument/2006/relationships/image" Target="../media/image30.sv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svg"/><Relationship Id="rId22" Type="http://schemas.openxmlformats.org/officeDocument/2006/relationships/image" Target="../media/image4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5.png"/><Relationship Id="rId7" Type="http://schemas.openxmlformats.org/officeDocument/2006/relationships/image" Target="../media/image45.svg"/><Relationship Id="rId12" Type="http://schemas.openxmlformats.org/officeDocument/2006/relationships/image" Target="../media/image50.png"/><Relationship Id="rId17" Type="http://schemas.openxmlformats.org/officeDocument/2006/relationships/image" Target="../media/image55.svg"/><Relationship Id="rId2" Type="http://schemas.openxmlformats.org/officeDocument/2006/relationships/image" Target="../media/image4.png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49.svg"/><Relationship Id="rId5" Type="http://schemas.openxmlformats.org/officeDocument/2006/relationships/image" Target="../media/image43.sv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svg"/><Relationship Id="rId14" Type="http://schemas.openxmlformats.org/officeDocument/2006/relationships/image" Target="../media/image5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5.png"/><Relationship Id="rId7" Type="http://schemas.openxmlformats.org/officeDocument/2006/relationships/image" Target="../media/image5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70" y="1277282"/>
            <a:ext cx="6957907" cy="7732451"/>
          </a:xfrm>
          <a:custGeom>
            <a:avLst/>
            <a:gdLst/>
            <a:ahLst/>
            <a:cxnLst/>
            <a:rect l="l" t="t" r="r" b="b"/>
            <a:pathLst>
              <a:path w="6957907" h="7732451">
                <a:moveTo>
                  <a:pt x="0" y="0"/>
                </a:moveTo>
                <a:lnTo>
                  <a:pt x="6957907" y="0"/>
                </a:lnTo>
                <a:lnTo>
                  <a:pt x="6957907" y="7732450"/>
                </a:lnTo>
                <a:lnTo>
                  <a:pt x="0" y="7732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0282336" y="2573822"/>
            <a:ext cx="4805264" cy="5139356"/>
            <a:chOff x="0" y="0"/>
            <a:chExt cx="6407018" cy="68524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49475" b="-1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496929" y="-790136"/>
            <a:ext cx="15544800" cy="3114675"/>
            <a:chOff x="0" y="0"/>
            <a:chExt cx="20726400" cy="41529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 panose="02020804030307010803"/>
                  <a:ea typeface="Garamond Bold" panose="02020804030307010803"/>
                  <a:cs typeface="Garamond Bold" panose="02020804030307010803"/>
                  <a:sym typeface="Garamond Bold" panose="02020804030307010803"/>
                </a:rPr>
                <a:t>SMART INDIA HACKATHON 2025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33359" y="2324539"/>
            <a:ext cx="10139363" cy="7014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365" algn="l">
              <a:lnSpc>
                <a:spcPts val="5040"/>
              </a:lnSpc>
              <a:buFont typeface="Arial" panose="020B0604020202020204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lack" panose="020B0A04020102020204" pitchFamily="34" charset="0"/>
                <a:ea typeface="Arial Bold" panose="020B0704020202020204"/>
                <a:cs typeface="Arial Bold" panose="020B0704020202020204"/>
                <a:sym typeface="Arial Bold" panose="020B0704020202020204"/>
              </a:rPr>
              <a:t>Problem Statement ID : SIH25009</a:t>
            </a:r>
          </a:p>
          <a:p>
            <a:pPr marL="379730" lvl="1" algn="l">
              <a:lnSpc>
                <a:spcPts val="5040"/>
              </a:lnSpc>
            </a:pPr>
            <a:endParaRPr lang="en-US" sz="3600" b="1" dirty="0">
              <a:solidFill>
                <a:srgbClr val="000000"/>
              </a:solidFill>
              <a:latin typeface="Arial Black" panose="020B0A04020102020204" pitchFamily="34" charset="0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marL="760095" lvl="1" indent="-380365" algn="l">
              <a:lnSpc>
                <a:spcPts val="5040"/>
              </a:lnSpc>
              <a:buFont typeface="Arial" panose="020B0604020202020204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lack" panose="020B0A04020102020204" pitchFamily="34" charset="0"/>
                <a:ea typeface="Arial Bold" panose="020B0704020202020204"/>
                <a:cs typeface="Arial Bold" panose="020B0704020202020204"/>
                <a:sym typeface="Arial Bold" panose="020B0704020202020204"/>
              </a:rPr>
              <a:t>Problem Statement Title : Gamified Environmental Education Platform For Schools And Colleges</a:t>
            </a:r>
          </a:p>
          <a:p>
            <a:pPr marL="379730" lvl="1" algn="l">
              <a:lnSpc>
                <a:spcPts val="5040"/>
              </a:lnSpc>
            </a:pPr>
            <a:endParaRPr lang="en-US" sz="3600" b="1" dirty="0">
              <a:solidFill>
                <a:srgbClr val="000000"/>
              </a:solidFill>
              <a:latin typeface="Arial Black" panose="020B0A04020102020204" pitchFamily="34" charset="0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marL="760095" lvl="1" indent="-380365" algn="l">
              <a:lnSpc>
                <a:spcPts val="5040"/>
              </a:lnSpc>
              <a:buFont typeface="Arial" panose="020B0604020202020204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lack" panose="020B0A04020102020204" pitchFamily="34" charset="0"/>
                <a:ea typeface="Arial Bold" panose="020B0704020202020204"/>
                <a:cs typeface="Arial Bold" panose="020B0704020202020204"/>
                <a:sym typeface="Arial Bold" panose="020B0704020202020204"/>
              </a:rPr>
              <a:t>Theme : Smart Education</a:t>
            </a:r>
          </a:p>
          <a:p>
            <a:pPr marL="379730" lvl="1" algn="l">
              <a:lnSpc>
                <a:spcPts val="5040"/>
              </a:lnSpc>
            </a:pPr>
            <a:endParaRPr lang="en-US" sz="3600" b="1" dirty="0">
              <a:solidFill>
                <a:srgbClr val="000000"/>
              </a:solidFill>
              <a:latin typeface="Arial Black" panose="020B0A04020102020204" pitchFamily="34" charset="0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marL="760095" lvl="1" indent="-380365" algn="l">
              <a:lnSpc>
                <a:spcPts val="5040"/>
              </a:lnSpc>
              <a:buFont typeface="Arial" panose="020B0604020202020204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lack" panose="020B0A04020102020204" pitchFamily="34" charset="0"/>
                <a:ea typeface="Arial Bold" panose="020B0704020202020204"/>
                <a:cs typeface="Arial Bold" panose="020B0704020202020204"/>
                <a:sym typeface="Arial Bold" panose="020B0704020202020204"/>
              </a:rPr>
              <a:t>PS Category : Software</a:t>
            </a:r>
          </a:p>
          <a:p>
            <a:pPr marL="379730" lvl="1" algn="l">
              <a:lnSpc>
                <a:spcPts val="5040"/>
              </a:lnSpc>
            </a:pPr>
            <a:endParaRPr lang="en-US" sz="3600" b="1" dirty="0">
              <a:solidFill>
                <a:srgbClr val="000000"/>
              </a:solidFill>
              <a:latin typeface="Arial Black" panose="020B0A04020102020204" pitchFamily="34" charset="0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marL="760095" lvl="1" indent="-380365" algn="l">
              <a:lnSpc>
                <a:spcPts val="5040"/>
              </a:lnSpc>
              <a:buFont typeface="Arial" panose="020B0604020202020204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lack" panose="020B0A04020102020204" pitchFamily="34" charset="0"/>
                <a:ea typeface="Arial Bold" panose="020B0704020202020204"/>
                <a:cs typeface="Arial Bold" panose="020B0704020202020204"/>
                <a:sym typeface="Arial Bold" panose="020B0704020202020204"/>
              </a:rPr>
              <a:t>Team Name : Tech Legend</a:t>
            </a:r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4762049" y="9446"/>
            <a:ext cx="3313680" cy="1684302"/>
            <a:chOff x="0" y="0"/>
            <a:chExt cx="4418240" cy="2245736"/>
          </a:xfrm>
        </p:grpSpPr>
        <p:sp>
          <p:nvSpPr>
            <p:cNvPr id="10" name="Freeform 10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0" y="9532143"/>
            <a:ext cx="18287998" cy="754857"/>
            <a:chOff x="0" y="0"/>
            <a:chExt cx="24383998" cy="10064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7542192" y="9679305"/>
            <a:ext cx="441960" cy="461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1</a:t>
            </a:r>
          </a:p>
        </p:txBody>
      </p:sp>
      <p:sp>
        <p:nvSpPr>
          <p:cNvPr id="14" name="Freeform 26"/>
          <p:cNvSpPr/>
          <p:nvPr/>
        </p:nvSpPr>
        <p:spPr>
          <a:xfrm>
            <a:off x="6649338" y="583597"/>
            <a:ext cx="4989322" cy="2130616"/>
          </a:xfrm>
          <a:custGeom>
            <a:avLst/>
            <a:gdLst/>
            <a:ahLst/>
            <a:cxnLst/>
            <a:rect l="l" t="t" r="r" b="b"/>
            <a:pathLst>
              <a:path w="6252730" h="2501092">
                <a:moveTo>
                  <a:pt x="0" y="0"/>
                </a:moveTo>
                <a:lnTo>
                  <a:pt x="6252730" y="0"/>
                </a:lnTo>
                <a:lnTo>
                  <a:pt x="6252730" y="2501092"/>
                </a:lnTo>
                <a:lnTo>
                  <a:pt x="0" y="25010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5270" y="223838"/>
            <a:ext cx="2618918" cy="1248727"/>
            <a:chOff x="0" y="0"/>
            <a:chExt cx="3491890" cy="1664970"/>
          </a:xfrm>
        </p:grpSpPr>
        <p:sp>
          <p:nvSpPr>
            <p:cNvPr id="3" name="Freeform 3" descr="Your startup LOGO"/>
            <p:cNvSpPr/>
            <p:nvPr/>
          </p:nvSpPr>
          <p:spPr>
            <a:xfrm>
              <a:off x="30564" y="25400"/>
              <a:ext cx="3430763" cy="1614170"/>
            </a:xfrm>
            <a:custGeom>
              <a:avLst/>
              <a:gdLst/>
              <a:ahLst/>
              <a:cxnLst/>
              <a:rect l="l" t="t" r="r" b="b"/>
              <a:pathLst>
                <a:path w="3430763" h="1614170">
                  <a:moveTo>
                    <a:pt x="0" y="807085"/>
                  </a:moveTo>
                  <a:cubicBezTo>
                    <a:pt x="0" y="361315"/>
                    <a:pt x="768063" y="0"/>
                    <a:pt x="1715381" y="0"/>
                  </a:cubicBezTo>
                  <a:cubicBezTo>
                    <a:pt x="2662700" y="0"/>
                    <a:pt x="3430763" y="361315"/>
                    <a:pt x="3430763" y="807085"/>
                  </a:cubicBezTo>
                  <a:cubicBezTo>
                    <a:pt x="3430763" y="1252855"/>
                    <a:pt x="2662700" y="1614170"/>
                    <a:pt x="1715381" y="1614170"/>
                  </a:cubicBezTo>
                  <a:cubicBezTo>
                    <a:pt x="768062" y="1614170"/>
                    <a:pt x="0" y="1252855"/>
                    <a:pt x="0" y="8070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 descr="Your startup LOGO"/>
            <p:cNvSpPr/>
            <p:nvPr/>
          </p:nvSpPr>
          <p:spPr>
            <a:xfrm>
              <a:off x="0" y="0"/>
              <a:ext cx="3491890" cy="1664970"/>
            </a:xfrm>
            <a:custGeom>
              <a:avLst/>
              <a:gdLst/>
              <a:ahLst/>
              <a:cxnLst/>
              <a:rect l="l" t="t" r="r" b="b"/>
              <a:pathLst>
                <a:path w="3491890" h="1664970">
                  <a:moveTo>
                    <a:pt x="0" y="832485"/>
                  </a:moveTo>
                  <a:cubicBezTo>
                    <a:pt x="0" y="361696"/>
                    <a:pt x="799238" y="0"/>
                    <a:pt x="1745945" y="0"/>
                  </a:cubicBezTo>
                  <a:cubicBezTo>
                    <a:pt x="2692652" y="0"/>
                    <a:pt x="3491890" y="361696"/>
                    <a:pt x="3491890" y="832485"/>
                  </a:cubicBezTo>
                  <a:lnTo>
                    <a:pt x="3461327" y="832485"/>
                  </a:lnTo>
                  <a:lnTo>
                    <a:pt x="3491890" y="832485"/>
                  </a:lnTo>
                  <a:cubicBezTo>
                    <a:pt x="3491890" y="1303274"/>
                    <a:pt x="2692652" y="1664970"/>
                    <a:pt x="1745945" y="1664970"/>
                  </a:cubicBezTo>
                  <a:lnTo>
                    <a:pt x="1745945" y="1639570"/>
                  </a:lnTo>
                  <a:lnTo>
                    <a:pt x="1745945" y="1664970"/>
                  </a:lnTo>
                  <a:cubicBezTo>
                    <a:pt x="799238" y="1664970"/>
                    <a:pt x="0" y="1303274"/>
                    <a:pt x="0" y="832485"/>
                  </a:cubicBezTo>
                  <a:lnTo>
                    <a:pt x="30564" y="832485"/>
                  </a:lnTo>
                  <a:lnTo>
                    <a:pt x="61127" y="832485"/>
                  </a:lnTo>
                  <a:lnTo>
                    <a:pt x="30564" y="832485"/>
                  </a:lnTo>
                  <a:lnTo>
                    <a:pt x="0" y="832485"/>
                  </a:lnTo>
                  <a:moveTo>
                    <a:pt x="61127" y="832485"/>
                  </a:moveTo>
                  <a:cubicBezTo>
                    <a:pt x="61127" y="846455"/>
                    <a:pt x="47374" y="857885"/>
                    <a:pt x="30564" y="857885"/>
                  </a:cubicBezTo>
                  <a:cubicBezTo>
                    <a:pt x="13754" y="857885"/>
                    <a:pt x="0" y="846455"/>
                    <a:pt x="0" y="832485"/>
                  </a:cubicBezTo>
                  <a:cubicBezTo>
                    <a:pt x="0" y="818515"/>
                    <a:pt x="13754" y="807085"/>
                    <a:pt x="30564" y="807085"/>
                  </a:cubicBezTo>
                  <a:cubicBezTo>
                    <a:pt x="47374" y="807085"/>
                    <a:pt x="61127" y="818515"/>
                    <a:pt x="61127" y="832485"/>
                  </a:cubicBezTo>
                  <a:cubicBezTo>
                    <a:pt x="61127" y="1253109"/>
                    <a:pt x="798015" y="1614170"/>
                    <a:pt x="1745945" y="1614170"/>
                  </a:cubicBezTo>
                  <a:cubicBezTo>
                    <a:pt x="2693875" y="1614170"/>
                    <a:pt x="3430763" y="1253109"/>
                    <a:pt x="3430763" y="832485"/>
                  </a:cubicBezTo>
                  <a:cubicBezTo>
                    <a:pt x="3430763" y="411861"/>
                    <a:pt x="2693875" y="50800"/>
                    <a:pt x="1745945" y="50800"/>
                  </a:cubicBezTo>
                  <a:lnTo>
                    <a:pt x="1745945" y="25400"/>
                  </a:lnTo>
                  <a:lnTo>
                    <a:pt x="1745945" y="50800"/>
                  </a:lnTo>
                  <a:cubicBezTo>
                    <a:pt x="798015" y="50800"/>
                    <a:pt x="61127" y="411861"/>
                    <a:pt x="61127" y="83248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3491890" cy="1664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800" b="1">
                  <a:solidFill>
                    <a:srgbClr val="000000"/>
                  </a:solidFill>
                  <a:latin typeface="Garamond Bold" panose="02020804030307010803"/>
                  <a:ea typeface="Garamond Bold" panose="02020804030307010803"/>
                  <a:cs typeface="Garamond Bold" panose="02020804030307010803"/>
                  <a:sym typeface="Garamond Bold" panose="02020804030307010803"/>
                </a:rPr>
                <a:t>Tech Legend</a:t>
              </a:r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4762049" y="85645"/>
            <a:ext cx="3313680" cy="1684302"/>
            <a:chOff x="0" y="0"/>
            <a:chExt cx="4418240" cy="2245736"/>
          </a:xfrm>
        </p:grpSpPr>
        <p:sp>
          <p:nvSpPr>
            <p:cNvPr id="7" name="Freeform 7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022018" y="6135097"/>
            <a:ext cx="120770" cy="332340"/>
            <a:chOff x="0" y="0"/>
            <a:chExt cx="27102" cy="7458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102" cy="74581"/>
            </a:xfrm>
            <a:custGeom>
              <a:avLst/>
              <a:gdLst/>
              <a:ahLst/>
              <a:cxnLst/>
              <a:rect l="l" t="t" r="r" b="b"/>
              <a:pathLst>
                <a:path w="27102" h="74581">
                  <a:moveTo>
                    <a:pt x="0" y="0"/>
                  </a:moveTo>
                  <a:lnTo>
                    <a:pt x="27102" y="0"/>
                  </a:lnTo>
                  <a:lnTo>
                    <a:pt x="27102" y="74581"/>
                  </a:lnTo>
                  <a:lnTo>
                    <a:pt x="0" y="74581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7102" cy="122206"/>
            </a:xfrm>
            <a:prstGeom prst="rect">
              <a:avLst/>
            </a:prstGeom>
          </p:spPr>
          <p:txBody>
            <a:bodyPr lIns="59620" tIns="59620" rIns="59620" bIns="5962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518167" y="3776137"/>
            <a:ext cx="120770" cy="332340"/>
            <a:chOff x="0" y="0"/>
            <a:chExt cx="27102" cy="7458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7102" cy="74581"/>
            </a:xfrm>
            <a:custGeom>
              <a:avLst/>
              <a:gdLst/>
              <a:ahLst/>
              <a:cxnLst/>
              <a:rect l="l" t="t" r="r" b="b"/>
              <a:pathLst>
                <a:path w="27102" h="74581">
                  <a:moveTo>
                    <a:pt x="0" y="0"/>
                  </a:moveTo>
                  <a:lnTo>
                    <a:pt x="27102" y="0"/>
                  </a:lnTo>
                  <a:lnTo>
                    <a:pt x="27102" y="74581"/>
                  </a:lnTo>
                  <a:lnTo>
                    <a:pt x="0" y="74581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27102" cy="122206"/>
            </a:xfrm>
            <a:prstGeom prst="rect">
              <a:avLst/>
            </a:prstGeom>
          </p:spPr>
          <p:txBody>
            <a:bodyPr lIns="59620" tIns="59620" rIns="59620" bIns="5962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721457" y="9142528"/>
            <a:ext cx="120770" cy="332340"/>
            <a:chOff x="0" y="0"/>
            <a:chExt cx="27102" cy="745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7102" cy="74581"/>
            </a:xfrm>
            <a:custGeom>
              <a:avLst/>
              <a:gdLst/>
              <a:ahLst/>
              <a:cxnLst/>
              <a:rect l="l" t="t" r="r" b="b"/>
              <a:pathLst>
                <a:path w="27102" h="74581">
                  <a:moveTo>
                    <a:pt x="0" y="0"/>
                  </a:moveTo>
                  <a:lnTo>
                    <a:pt x="27102" y="0"/>
                  </a:lnTo>
                  <a:lnTo>
                    <a:pt x="27102" y="74581"/>
                  </a:lnTo>
                  <a:lnTo>
                    <a:pt x="0" y="74581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7102" cy="122206"/>
            </a:xfrm>
            <a:prstGeom prst="rect">
              <a:avLst/>
            </a:prstGeom>
          </p:spPr>
          <p:txBody>
            <a:bodyPr lIns="59620" tIns="59620" rIns="59620" bIns="5962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-1" y="4378620"/>
            <a:ext cx="7361156" cy="1199260"/>
          </a:xfrm>
          <a:custGeom>
            <a:avLst/>
            <a:gdLst/>
            <a:ahLst/>
            <a:cxnLst/>
            <a:rect l="l" t="t" r="r" b="b"/>
            <a:pathLst>
              <a:path w="6895068" h="1199260">
                <a:moveTo>
                  <a:pt x="0" y="0"/>
                </a:moveTo>
                <a:lnTo>
                  <a:pt x="6895068" y="0"/>
                </a:lnTo>
                <a:lnTo>
                  <a:pt x="6895068" y="1199260"/>
                </a:lnTo>
                <a:lnTo>
                  <a:pt x="0" y="1199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987" r="-131826" b="-171240"/>
            </a:stretch>
          </a:blipFill>
          <a:ln cap="sq">
            <a:noFill/>
            <a:prstDash val="solid"/>
            <a:miter/>
          </a:ln>
        </p:spPr>
      </p:sp>
      <p:sp>
        <p:nvSpPr>
          <p:cNvPr id="18" name="Freeform 18"/>
          <p:cNvSpPr/>
          <p:nvPr/>
        </p:nvSpPr>
        <p:spPr>
          <a:xfrm>
            <a:off x="-21408" y="6302144"/>
            <a:ext cx="7361156" cy="1199260"/>
          </a:xfrm>
          <a:custGeom>
            <a:avLst/>
            <a:gdLst/>
            <a:ahLst/>
            <a:cxnLst/>
            <a:rect l="l" t="t" r="r" b="b"/>
            <a:pathLst>
              <a:path w="8004306" h="1199260">
                <a:moveTo>
                  <a:pt x="0" y="0"/>
                </a:moveTo>
                <a:lnTo>
                  <a:pt x="8004306" y="0"/>
                </a:lnTo>
                <a:lnTo>
                  <a:pt x="8004306" y="1199259"/>
                </a:lnTo>
                <a:lnTo>
                  <a:pt x="0" y="11992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718" r="-115093" b="-171240"/>
            </a:stretch>
          </a:blipFill>
          <a:ln cap="sq">
            <a:noFill/>
            <a:prstDash val="solid"/>
            <a:miter/>
          </a:ln>
        </p:spPr>
      </p:sp>
      <p:sp>
        <p:nvSpPr>
          <p:cNvPr id="19" name="Freeform 19"/>
          <p:cNvSpPr/>
          <p:nvPr/>
        </p:nvSpPr>
        <p:spPr>
          <a:xfrm>
            <a:off x="0" y="8372472"/>
            <a:ext cx="7339748" cy="1199260"/>
          </a:xfrm>
          <a:custGeom>
            <a:avLst/>
            <a:gdLst/>
            <a:ahLst/>
            <a:cxnLst/>
            <a:rect l="l" t="t" r="r" b="b"/>
            <a:pathLst>
              <a:path w="7011623" h="1199260">
                <a:moveTo>
                  <a:pt x="0" y="0"/>
                </a:moveTo>
                <a:lnTo>
                  <a:pt x="7011623" y="0"/>
                </a:lnTo>
                <a:lnTo>
                  <a:pt x="7011623" y="1199260"/>
                </a:lnTo>
                <a:lnTo>
                  <a:pt x="0" y="1199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745" r="-130067" b="-171240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1721457" y="4376212"/>
            <a:ext cx="6561372" cy="1609100"/>
          </a:xfrm>
          <a:custGeom>
            <a:avLst/>
            <a:gdLst/>
            <a:ahLst/>
            <a:cxnLst/>
            <a:rect l="l" t="t" r="r" b="b"/>
            <a:pathLst>
              <a:path w="6506159" h="1609100">
                <a:moveTo>
                  <a:pt x="0" y="0"/>
                </a:moveTo>
                <a:lnTo>
                  <a:pt x="6506158" y="0"/>
                </a:lnTo>
                <a:lnTo>
                  <a:pt x="6506158" y="1609100"/>
                </a:lnTo>
                <a:lnTo>
                  <a:pt x="0" y="1609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402" r="-136062" b="-102155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1721457" y="6434114"/>
            <a:ext cx="6566543" cy="1609100"/>
          </a:xfrm>
          <a:custGeom>
            <a:avLst/>
            <a:gdLst/>
            <a:ahLst/>
            <a:cxnLst/>
            <a:rect l="l" t="t" r="r" b="b"/>
            <a:pathLst>
              <a:path w="6566543" h="1609100">
                <a:moveTo>
                  <a:pt x="0" y="0"/>
                </a:moveTo>
                <a:lnTo>
                  <a:pt x="6566543" y="0"/>
                </a:lnTo>
                <a:lnTo>
                  <a:pt x="6566543" y="1609100"/>
                </a:lnTo>
                <a:lnTo>
                  <a:pt x="0" y="1609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122" r="-131048" b="-102155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0" y="2576878"/>
            <a:ext cx="7122886" cy="1199260"/>
          </a:xfrm>
          <a:custGeom>
            <a:avLst/>
            <a:gdLst/>
            <a:ahLst/>
            <a:cxnLst/>
            <a:rect l="l" t="t" r="r" b="b"/>
            <a:pathLst>
              <a:path w="7257780" h="1199260">
                <a:moveTo>
                  <a:pt x="0" y="0"/>
                </a:moveTo>
                <a:lnTo>
                  <a:pt x="7257780" y="0"/>
                </a:lnTo>
                <a:lnTo>
                  <a:pt x="7257780" y="1199259"/>
                </a:lnTo>
                <a:lnTo>
                  <a:pt x="0" y="11992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9946" t="-2650" b="-182970"/>
            </a:stretch>
          </a:blipFill>
          <a:ln cap="sq">
            <a:noFill/>
            <a:prstDash val="solid"/>
            <a:miter/>
          </a:ln>
        </p:spPr>
      </p:sp>
      <p:sp>
        <p:nvSpPr>
          <p:cNvPr id="23" name="Freeform 23"/>
          <p:cNvSpPr/>
          <p:nvPr/>
        </p:nvSpPr>
        <p:spPr>
          <a:xfrm>
            <a:off x="173136" y="2827590"/>
            <a:ext cx="754076" cy="697834"/>
          </a:xfrm>
          <a:custGeom>
            <a:avLst/>
            <a:gdLst/>
            <a:ahLst/>
            <a:cxnLst/>
            <a:rect l="l" t="t" r="r" b="b"/>
            <a:pathLst>
              <a:path w="754076" h="697834">
                <a:moveTo>
                  <a:pt x="0" y="0"/>
                </a:moveTo>
                <a:lnTo>
                  <a:pt x="754075" y="0"/>
                </a:lnTo>
                <a:lnTo>
                  <a:pt x="754075" y="697835"/>
                </a:lnTo>
                <a:lnTo>
                  <a:pt x="0" y="6978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1550113" y="2576878"/>
            <a:ext cx="6737887" cy="1199260"/>
          </a:xfrm>
          <a:custGeom>
            <a:avLst/>
            <a:gdLst/>
            <a:ahLst/>
            <a:cxnLst/>
            <a:rect l="l" t="t" r="r" b="b"/>
            <a:pathLst>
              <a:path w="6737887" h="1199260">
                <a:moveTo>
                  <a:pt x="0" y="0"/>
                </a:moveTo>
                <a:lnTo>
                  <a:pt x="6737887" y="0"/>
                </a:lnTo>
                <a:lnTo>
                  <a:pt x="6737887" y="1199259"/>
                </a:lnTo>
                <a:lnTo>
                  <a:pt x="0" y="11992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53655" t="-2650" b="-182969"/>
            </a:stretch>
          </a:blipFill>
          <a:ln cap="sq">
            <a:noFill/>
            <a:prstDash val="solid"/>
            <a:miter/>
          </a:ln>
        </p:spPr>
      </p:sp>
      <p:sp>
        <p:nvSpPr>
          <p:cNvPr id="25" name="Freeform 25"/>
          <p:cNvSpPr/>
          <p:nvPr/>
        </p:nvSpPr>
        <p:spPr>
          <a:xfrm>
            <a:off x="11668042" y="2824356"/>
            <a:ext cx="754076" cy="697834"/>
          </a:xfrm>
          <a:custGeom>
            <a:avLst/>
            <a:gdLst/>
            <a:ahLst/>
            <a:cxnLst/>
            <a:rect l="l" t="t" r="r" b="b"/>
            <a:pathLst>
              <a:path w="754076" h="697834">
                <a:moveTo>
                  <a:pt x="0" y="0"/>
                </a:moveTo>
                <a:lnTo>
                  <a:pt x="754076" y="0"/>
                </a:lnTo>
                <a:lnTo>
                  <a:pt x="754076" y="697835"/>
                </a:lnTo>
                <a:lnTo>
                  <a:pt x="0" y="6978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6081418" y="-650522"/>
            <a:ext cx="6252730" cy="2501092"/>
          </a:xfrm>
          <a:custGeom>
            <a:avLst/>
            <a:gdLst/>
            <a:ahLst/>
            <a:cxnLst/>
            <a:rect l="l" t="t" r="r" b="b"/>
            <a:pathLst>
              <a:path w="6252730" h="2501092">
                <a:moveTo>
                  <a:pt x="0" y="0"/>
                </a:moveTo>
                <a:lnTo>
                  <a:pt x="6252730" y="0"/>
                </a:lnTo>
                <a:lnTo>
                  <a:pt x="6252730" y="2501092"/>
                </a:lnTo>
                <a:lnTo>
                  <a:pt x="0" y="250109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7599136" y="2579246"/>
            <a:ext cx="3442781" cy="6812133"/>
            <a:chOff x="0" y="0"/>
            <a:chExt cx="2620010" cy="5184140"/>
          </a:xfrm>
        </p:grpSpPr>
        <p:sp>
          <p:nvSpPr>
            <p:cNvPr id="28" name="Freeform 28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10"/>
              <a:stretch>
                <a:fillRect t="-2121" b="-2121"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id="37" name="Freeform 37"/>
          <p:cNvSpPr/>
          <p:nvPr/>
        </p:nvSpPr>
        <p:spPr>
          <a:xfrm>
            <a:off x="5171" y="4745088"/>
            <a:ext cx="628864" cy="491482"/>
          </a:xfrm>
          <a:custGeom>
            <a:avLst/>
            <a:gdLst/>
            <a:ahLst/>
            <a:cxnLst/>
            <a:rect l="l" t="t" r="r" b="b"/>
            <a:pathLst>
              <a:path w="708910" h="571558">
                <a:moveTo>
                  <a:pt x="0" y="0"/>
                </a:moveTo>
                <a:lnTo>
                  <a:pt x="708910" y="0"/>
                </a:lnTo>
                <a:lnTo>
                  <a:pt x="708910" y="571558"/>
                </a:lnTo>
                <a:lnTo>
                  <a:pt x="0" y="5715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 rot="1346505">
            <a:off x="96914" y="6570318"/>
            <a:ext cx="384665" cy="676270"/>
          </a:xfrm>
          <a:custGeom>
            <a:avLst/>
            <a:gdLst/>
            <a:ahLst/>
            <a:cxnLst/>
            <a:rect l="l" t="t" r="r" b="b"/>
            <a:pathLst>
              <a:path w="459710" h="630820">
                <a:moveTo>
                  <a:pt x="0" y="0"/>
                </a:moveTo>
                <a:lnTo>
                  <a:pt x="459710" y="0"/>
                </a:lnTo>
                <a:lnTo>
                  <a:pt x="459710" y="630820"/>
                </a:lnTo>
                <a:lnTo>
                  <a:pt x="0" y="63082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 rot="5473380">
            <a:off x="-20665" y="8759785"/>
            <a:ext cx="476026" cy="424632"/>
          </a:xfrm>
          <a:custGeom>
            <a:avLst/>
            <a:gdLst/>
            <a:ahLst/>
            <a:cxnLst/>
            <a:rect l="l" t="t" r="r" b="b"/>
            <a:pathLst>
              <a:path w="619125" h="474404">
                <a:moveTo>
                  <a:pt x="0" y="0"/>
                </a:moveTo>
                <a:lnTo>
                  <a:pt x="619124" y="0"/>
                </a:lnTo>
                <a:lnTo>
                  <a:pt x="619124" y="474404"/>
                </a:lnTo>
                <a:lnTo>
                  <a:pt x="0" y="47440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 rot="1479029">
            <a:off x="11781841" y="4835744"/>
            <a:ext cx="831073" cy="742136"/>
          </a:xfrm>
          <a:custGeom>
            <a:avLst/>
            <a:gdLst/>
            <a:ahLst/>
            <a:cxnLst/>
            <a:rect l="l" t="t" r="r" b="b"/>
            <a:pathLst>
              <a:path w="966777" h="690037">
                <a:moveTo>
                  <a:pt x="0" y="0"/>
                </a:moveTo>
                <a:lnTo>
                  <a:pt x="966778" y="0"/>
                </a:lnTo>
                <a:lnTo>
                  <a:pt x="966778" y="690037"/>
                </a:lnTo>
                <a:lnTo>
                  <a:pt x="0" y="69003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1781841" y="6756914"/>
            <a:ext cx="711848" cy="744490"/>
          </a:xfrm>
          <a:custGeom>
            <a:avLst/>
            <a:gdLst/>
            <a:ahLst/>
            <a:cxnLst/>
            <a:rect l="l" t="t" r="r" b="b"/>
            <a:pathLst>
              <a:path w="1058087" h="1022377">
                <a:moveTo>
                  <a:pt x="0" y="0"/>
                </a:moveTo>
                <a:lnTo>
                  <a:pt x="1058088" y="0"/>
                </a:lnTo>
                <a:lnTo>
                  <a:pt x="1058088" y="1022377"/>
                </a:lnTo>
                <a:lnTo>
                  <a:pt x="0" y="102237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12612914" y="4360652"/>
            <a:ext cx="5741581" cy="1562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2400" u="none" strike="noStrike" dirty="0">
                <a:solidFill>
                  <a:srgbClr val="FFFFFF"/>
                </a:solidFill>
                <a:latin typeface="Arial Black" panose="020B0A04020102020204" pitchFamily="34" charset="0"/>
                <a:ea typeface="Garamond" panose="02020404030301010803"/>
                <a:cs typeface="Garamond" panose="02020404030301010803"/>
                <a:sym typeface="Garamond" panose="02020404030301010803"/>
              </a:rPr>
              <a:t>An app that Teaches Eco-Friendly </a:t>
            </a:r>
          </a:p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2400" u="none" strike="noStrike" dirty="0">
                <a:solidFill>
                  <a:srgbClr val="FFFFFF"/>
                </a:solidFill>
                <a:latin typeface="Arial Black" panose="020B0A04020102020204" pitchFamily="34" charset="0"/>
                <a:ea typeface="Garamond" panose="02020404030301010803"/>
                <a:cs typeface="Garamond" panose="02020404030301010803"/>
                <a:sym typeface="Garamond" panose="02020404030301010803"/>
              </a:rPr>
              <a:t>Habits through Fun Games and </a:t>
            </a:r>
          </a:p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2400" u="none" strike="noStrike" dirty="0">
                <a:solidFill>
                  <a:srgbClr val="FFFFFF"/>
                </a:solidFill>
                <a:latin typeface="Arial Black" panose="020B0A04020102020204" pitchFamily="34" charset="0"/>
                <a:ea typeface="Garamond" panose="02020404030301010803"/>
                <a:cs typeface="Garamond" panose="02020404030301010803"/>
                <a:sym typeface="Garamond" panose="02020404030301010803"/>
              </a:rPr>
              <a:t>Real-World Tasks.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90253" y="4676613"/>
            <a:ext cx="6938233" cy="4850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Arial Black" panose="020B0A04020102020204" pitchFamily="34" charset="0"/>
                <a:ea typeface="Garamond" panose="02020404030301010803"/>
                <a:cs typeface="Garamond" panose="02020404030301010803"/>
                <a:sym typeface="Garamond" panose="02020404030301010803"/>
              </a:rPr>
              <a:t> Education is Theoretical, Not Practical.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34035" y="6611248"/>
            <a:ext cx="6220820" cy="4850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2400" u="none" strike="noStrike" dirty="0">
                <a:solidFill>
                  <a:srgbClr val="FFFFFF"/>
                </a:solidFill>
                <a:latin typeface="Arial Black" panose="020B0A04020102020204" pitchFamily="34" charset="0"/>
                <a:ea typeface="Garamond" panose="02020404030301010803"/>
                <a:cs typeface="Garamond" panose="02020404030301010803"/>
                <a:sym typeface="Garamond" panose="02020404030301010803"/>
              </a:rPr>
              <a:t>No Path for Local, Real-World Action.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35924" y="8679882"/>
            <a:ext cx="7361156" cy="4850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Arial Black" panose="020B0A04020102020204" pitchFamily="34" charset="0"/>
                <a:ea typeface="Garamond" panose="02020404030301010803"/>
                <a:cs typeface="Garamond" panose="02020404030301010803"/>
                <a:sym typeface="Garamond" panose="02020404030301010803"/>
              </a:rPr>
              <a:t>Fails to Engage Students or Build Habits.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2527065" y="6434114"/>
            <a:ext cx="6445774" cy="210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2400" u="none" strike="noStrike" dirty="0">
                <a:solidFill>
                  <a:srgbClr val="FFFFFF"/>
                </a:solidFill>
                <a:latin typeface="Arial Black" panose="020B0A04020102020204" pitchFamily="34" charset="0"/>
                <a:ea typeface="Garamond" panose="02020404030301010803"/>
                <a:cs typeface="Garamond" panose="02020404030301010803"/>
                <a:sym typeface="Garamond" panose="02020404030301010803"/>
              </a:rPr>
              <a:t>Students earn points and compete</a:t>
            </a:r>
          </a:p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2400" u="none" strike="noStrike" dirty="0">
                <a:solidFill>
                  <a:srgbClr val="FFFFFF"/>
                </a:solidFill>
                <a:latin typeface="Arial Black" panose="020B0A04020102020204" pitchFamily="34" charset="0"/>
                <a:ea typeface="Garamond" panose="02020404030301010803"/>
                <a:cs typeface="Garamond" panose="02020404030301010803"/>
                <a:sym typeface="Garamond" panose="02020404030301010803"/>
              </a:rPr>
              <a:t>in school-level challenges for   rewards.</a:t>
            </a:r>
          </a:p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endParaRPr lang="en-US" sz="2400" u="none" strike="noStrike" dirty="0">
              <a:solidFill>
                <a:srgbClr val="FFFFFF"/>
              </a:solidFill>
              <a:latin typeface="Arial Black" panose="020B0A04020102020204" pitchFamily="34" charset="0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-10704" y="1609969"/>
            <a:ext cx="18309408" cy="744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latin typeface="Arial Black" panose="020B0A04020102020204" pitchFamily="34" charset="0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Bridging the Gap Between Knowing and Doing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91134" y="2716722"/>
            <a:ext cx="4774637" cy="7709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4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FFFFFF"/>
                </a:solidFill>
                <a:latin typeface="Arial Black" panose="020B0A04020102020204" pitchFamily="34" charset="0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 The Problem :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638937" y="2720164"/>
            <a:ext cx="5256282" cy="7709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4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FFFFFF"/>
                </a:solidFill>
                <a:latin typeface="Arial Black" panose="020B0A04020102020204" pitchFamily="34" charset="0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 The Solution 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5270" y="223838"/>
            <a:ext cx="2618918" cy="1248727"/>
            <a:chOff x="0" y="0"/>
            <a:chExt cx="3491890" cy="1664970"/>
          </a:xfrm>
        </p:grpSpPr>
        <p:sp>
          <p:nvSpPr>
            <p:cNvPr id="3" name="Freeform 3" descr="Your startup LOGO"/>
            <p:cNvSpPr/>
            <p:nvPr/>
          </p:nvSpPr>
          <p:spPr>
            <a:xfrm>
              <a:off x="30564" y="25400"/>
              <a:ext cx="3430763" cy="1614170"/>
            </a:xfrm>
            <a:custGeom>
              <a:avLst/>
              <a:gdLst/>
              <a:ahLst/>
              <a:cxnLst/>
              <a:rect l="l" t="t" r="r" b="b"/>
              <a:pathLst>
                <a:path w="3430763" h="1614170">
                  <a:moveTo>
                    <a:pt x="0" y="807085"/>
                  </a:moveTo>
                  <a:cubicBezTo>
                    <a:pt x="0" y="361315"/>
                    <a:pt x="768063" y="0"/>
                    <a:pt x="1715381" y="0"/>
                  </a:cubicBezTo>
                  <a:cubicBezTo>
                    <a:pt x="2662700" y="0"/>
                    <a:pt x="3430763" y="361315"/>
                    <a:pt x="3430763" y="807085"/>
                  </a:cubicBezTo>
                  <a:cubicBezTo>
                    <a:pt x="3430763" y="1252855"/>
                    <a:pt x="2662700" y="1614170"/>
                    <a:pt x="1715381" y="1614170"/>
                  </a:cubicBezTo>
                  <a:cubicBezTo>
                    <a:pt x="768062" y="1614170"/>
                    <a:pt x="0" y="1252855"/>
                    <a:pt x="0" y="8070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 descr="Your startup LOGO"/>
            <p:cNvSpPr/>
            <p:nvPr/>
          </p:nvSpPr>
          <p:spPr>
            <a:xfrm>
              <a:off x="0" y="0"/>
              <a:ext cx="3491890" cy="1664970"/>
            </a:xfrm>
            <a:custGeom>
              <a:avLst/>
              <a:gdLst/>
              <a:ahLst/>
              <a:cxnLst/>
              <a:rect l="l" t="t" r="r" b="b"/>
              <a:pathLst>
                <a:path w="3491890" h="1664970">
                  <a:moveTo>
                    <a:pt x="0" y="832485"/>
                  </a:moveTo>
                  <a:cubicBezTo>
                    <a:pt x="0" y="361696"/>
                    <a:pt x="799238" y="0"/>
                    <a:pt x="1745945" y="0"/>
                  </a:cubicBezTo>
                  <a:cubicBezTo>
                    <a:pt x="2692652" y="0"/>
                    <a:pt x="3491890" y="361696"/>
                    <a:pt x="3491890" y="832485"/>
                  </a:cubicBezTo>
                  <a:lnTo>
                    <a:pt x="3461327" y="832485"/>
                  </a:lnTo>
                  <a:lnTo>
                    <a:pt x="3491890" y="832485"/>
                  </a:lnTo>
                  <a:cubicBezTo>
                    <a:pt x="3491890" y="1303274"/>
                    <a:pt x="2692652" y="1664970"/>
                    <a:pt x="1745945" y="1664970"/>
                  </a:cubicBezTo>
                  <a:lnTo>
                    <a:pt x="1745945" y="1639570"/>
                  </a:lnTo>
                  <a:lnTo>
                    <a:pt x="1745945" y="1664970"/>
                  </a:lnTo>
                  <a:cubicBezTo>
                    <a:pt x="799238" y="1664970"/>
                    <a:pt x="0" y="1303274"/>
                    <a:pt x="0" y="832485"/>
                  </a:cubicBezTo>
                  <a:lnTo>
                    <a:pt x="30564" y="832485"/>
                  </a:lnTo>
                  <a:lnTo>
                    <a:pt x="61127" y="832485"/>
                  </a:lnTo>
                  <a:lnTo>
                    <a:pt x="30564" y="832485"/>
                  </a:lnTo>
                  <a:lnTo>
                    <a:pt x="0" y="832485"/>
                  </a:lnTo>
                  <a:moveTo>
                    <a:pt x="61127" y="832485"/>
                  </a:moveTo>
                  <a:cubicBezTo>
                    <a:pt x="61127" y="846455"/>
                    <a:pt x="47374" y="857885"/>
                    <a:pt x="30564" y="857885"/>
                  </a:cubicBezTo>
                  <a:cubicBezTo>
                    <a:pt x="13754" y="857885"/>
                    <a:pt x="0" y="846455"/>
                    <a:pt x="0" y="832485"/>
                  </a:cubicBezTo>
                  <a:cubicBezTo>
                    <a:pt x="0" y="818515"/>
                    <a:pt x="13754" y="807085"/>
                    <a:pt x="30564" y="807085"/>
                  </a:cubicBezTo>
                  <a:cubicBezTo>
                    <a:pt x="47374" y="807085"/>
                    <a:pt x="61127" y="818515"/>
                    <a:pt x="61127" y="832485"/>
                  </a:cubicBezTo>
                  <a:cubicBezTo>
                    <a:pt x="61127" y="1253109"/>
                    <a:pt x="798015" y="1614170"/>
                    <a:pt x="1745945" y="1614170"/>
                  </a:cubicBezTo>
                  <a:cubicBezTo>
                    <a:pt x="2693875" y="1614170"/>
                    <a:pt x="3430763" y="1253109"/>
                    <a:pt x="3430763" y="832485"/>
                  </a:cubicBezTo>
                  <a:cubicBezTo>
                    <a:pt x="3430763" y="411861"/>
                    <a:pt x="2693875" y="50800"/>
                    <a:pt x="1745945" y="50800"/>
                  </a:cubicBezTo>
                  <a:lnTo>
                    <a:pt x="1745945" y="25400"/>
                  </a:lnTo>
                  <a:lnTo>
                    <a:pt x="1745945" y="50800"/>
                  </a:lnTo>
                  <a:cubicBezTo>
                    <a:pt x="798015" y="50800"/>
                    <a:pt x="61127" y="411861"/>
                    <a:pt x="61127" y="83248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3491890" cy="1664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800" b="1">
                  <a:solidFill>
                    <a:srgbClr val="000000"/>
                  </a:solidFill>
                  <a:latin typeface="Garamond Bold" panose="02020804030307010803"/>
                  <a:ea typeface="Garamond Bold" panose="02020804030307010803"/>
                  <a:cs typeface="Garamond Bold" panose="02020804030307010803"/>
                  <a:sym typeface="Garamond Bold" panose="02020804030307010803"/>
                </a:rPr>
                <a:t>Tech Legend</a:t>
              </a:r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4762049" y="85645"/>
            <a:ext cx="3313680" cy="1684302"/>
            <a:chOff x="0" y="0"/>
            <a:chExt cx="4418240" cy="2245736"/>
          </a:xfrm>
        </p:grpSpPr>
        <p:sp>
          <p:nvSpPr>
            <p:cNvPr id="7" name="Freeform 7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6081418" y="-650522"/>
            <a:ext cx="6252730" cy="2501092"/>
          </a:xfrm>
          <a:custGeom>
            <a:avLst/>
            <a:gdLst/>
            <a:ahLst/>
            <a:cxnLst/>
            <a:rect l="l" t="t" r="r" b="b"/>
            <a:pathLst>
              <a:path w="6252730" h="2501092">
                <a:moveTo>
                  <a:pt x="0" y="0"/>
                </a:moveTo>
                <a:lnTo>
                  <a:pt x="6252730" y="0"/>
                </a:lnTo>
                <a:lnTo>
                  <a:pt x="6252730" y="2501092"/>
                </a:lnTo>
                <a:lnTo>
                  <a:pt x="0" y="25010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109974" y="1420674"/>
            <a:ext cx="10075366" cy="1540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latin typeface="Arial Black" panose="020B0A04020102020204" pitchFamily="34" charset="0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Built on a Modern &amp; Scalable Architecture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55270" y="2301886"/>
            <a:ext cx="17820459" cy="7985114"/>
            <a:chOff x="0" y="0"/>
            <a:chExt cx="4693454" cy="21030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93454" cy="2103075"/>
            </a:xfrm>
            <a:custGeom>
              <a:avLst/>
              <a:gdLst/>
              <a:ahLst/>
              <a:cxnLst/>
              <a:rect l="l" t="t" r="r" b="b"/>
              <a:pathLst>
                <a:path w="4693454" h="2103075">
                  <a:moveTo>
                    <a:pt x="0" y="0"/>
                  </a:moveTo>
                  <a:lnTo>
                    <a:pt x="4693454" y="0"/>
                  </a:lnTo>
                  <a:lnTo>
                    <a:pt x="4693454" y="2103075"/>
                  </a:lnTo>
                  <a:lnTo>
                    <a:pt x="0" y="2103075"/>
                  </a:ln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693454" cy="2141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8186824" y="3957148"/>
            <a:ext cx="9888905" cy="6032232"/>
          </a:xfrm>
          <a:custGeom>
            <a:avLst/>
            <a:gdLst/>
            <a:ahLst/>
            <a:cxnLst/>
            <a:rect l="l" t="t" r="r" b="b"/>
            <a:pathLst>
              <a:path w="9888905" h="6032232">
                <a:moveTo>
                  <a:pt x="0" y="0"/>
                </a:moveTo>
                <a:lnTo>
                  <a:pt x="9888905" y="0"/>
                </a:lnTo>
                <a:lnTo>
                  <a:pt x="9888905" y="6032232"/>
                </a:lnTo>
                <a:lnTo>
                  <a:pt x="0" y="60322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AutoShape 14"/>
          <p:cNvSpPr/>
          <p:nvPr/>
        </p:nvSpPr>
        <p:spPr>
          <a:xfrm flipH="1" flipV="1">
            <a:off x="7946120" y="3126288"/>
            <a:ext cx="0" cy="6863092"/>
          </a:xfrm>
          <a:prstGeom prst="line">
            <a:avLst/>
          </a:prstGeom>
          <a:ln w="47625" cap="flat">
            <a:solidFill>
              <a:srgbClr val="FDFDF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9541596" y="2616174"/>
            <a:ext cx="6880600" cy="78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440"/>
              </a:lnSpc>
              <a:spcBef>
                <a:spcPct val="0"/>
              </a:spcBef>
            </a:pPr>
            <a:r>
              <a:rPr lang="en-US" sz="4600" b="1" u="none" strike="noStrike" dirty="0">
                <a:solidFill>
                  <a:srgbClr val="000000"/>
                </a:solidFill>
                <a:latin typeface="Garamond Bold" panose="02020804030307010803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High-Level Architecture</a:t>
            </a:r>
          </a:p>
        </p:txBody>
      </p:sp>
      <p:sp>
        <p:nvSpPr>
          <p:cNvPr id="16" name="Freeform 16"/>
          <p:cNvSpPr/>
          <p:nvPr/>
        </p:nvSpPr>
        <p:spPr>
          <a:xfrm>
            <a:off x="1028700" y="2688958"/>
            <a:ext cx="815236" cy="728617"/>
          </a:xfrm>
          <a:custGeom>
            <a:avLst/>
            <a:gdLst/>
            <a:ahLst/>
            <a:cxnLst/>
            <a:rect l="l" t="t" r="r" b="b"/>
            <a:pathLst>
              <a:path w="815236" h="728617">
                <a:moveTo>
                  <a:pt x="0" y="0"/>
                </a:moveTo>
                <a:lnTo>
                  <a:pt x="815236" y="0"/>
                </a:lnTo>
                <a:lnTo>
                  <a:pt x="815236" y="728617"/>
                </a:lnTo>
                <a:lnTo>
                  <a:pt x="0" y="7286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650946" y="2616175"/>
            <a:ext cx="6196891" cy="78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440"/>
              </a:lnSpc>
              <a:spcBef>
                <a:spcPct val="0"/>
              </a:spcBef>
            </a:pPr>
            <a:r>
              <a:rPr lang="en-US" sz="4600" b="1" u="none" strike="noStrike" dirty="0">
                <a:solidFill>
                  <a:srgbClr val="000000"/>
                </a:solidFill>
                <a:latin typeface="Garamond Bold" panose="02020804030307010803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Our Technology Stack</a:t>
            </a:r>
          </a:p>
        </p:txBody>
      </p:sp>
      <p:sp>
        <p:nvSpPr>
          <p:cNvPr id="18" name="Freeform 18"/>
          <p:cNvSpPr/>
          <p:nvPr/>
        </p:nvSpPr>
        <p:spPr>
          <a:xfrm>
            <a:off x="9147657" y="2745962"/>
            <a:ext cx="669934" cy="671613"/>
          </a:xfrm>
          <a:custGeom>
            <a:avLst/>
            <a:gdLst/>
            <a:ahLst/>
            <a:cxnLst/>
            <a:rect l="l" t="t" r="r" b="b"/>
            <a:pathLst>
              <a:path w="669934" h="671613">
                <a:moveTo>
                  <a:pt x="0" y="0"/>
                </a:moveTo>
                <a:lnTo>
                  <a:pt x="669934" y="0"/>
                </a:lnTo>
                <a:lnTo>
                  <a:pt x="669934" y="671613"/>
                </a:lnTo>
                <a:lnTo>
                  <a:pt x="0" y="6716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2662827" y="5208578"/>
            <a:ext cx="793473" cy="335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  <a:spcBef>
                <a:spcPct val="0"/>
              </a:spcBef>
            </a:pPr>
            <a:r>
              <a:rPr lang="en-US" sz="1735" b="1" spc="55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React JS</a:t>
            </a:r>
          </a:p>
        </p:txBody>
      </p:sp>
      <p:sp>
        <p:nvSpPr>
          <p:cNvPr id="20" name="Freeform 20"/>
          <p:cNvSpPr/>
          <p:nvPr/>
        </p:nvSpPr>
        <p:spPr>
          <a:xfrm>
            <a:off x="4073944" y="4646153"/>
            <a:ext cx="1948604" cy="623004"/>
          </a:xfrm>
          <a:custGeom>
            <a:avLst/>
            <a:gdLst/>
            <a:ahLst/>
            <a:cxnLst/>
            <a:rect l="l" t="t" r="r" b="b"/>
            <a:pathLst>
              <a:path w="1948604" h="623004">
                <a:moveTo>
                  <a:pt x="0" y="0"/>
                </a:moveTo>
                <a:lnTo>
                  <a:pt x="1948604" y="0"/>
                </a:lnTo>
                <a:lnTo>
                  <a:pt x="1948604" y="623005"/>
                </a:lnTo>
                <a:lnTo>
                  <a:pt x="0" y="6230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2570388" y="4371243"/>
            <a:ext cx="978351" cy="913535"/>
          </a:xfrm>
          <a:custGeom>
            <a:avLst/>
            <a:gdLst/>
            <a:ahLst/>
            <a:cxnLst/>
            <a:rect l="l" t="t" r="r" b="b"/>
            <a:pathLst>
              <a:path w="978351" h="913535">
                <a:moveTo>
                  <a:pt x="0" y="0"/>
                </a:moveTo>
                <a:lnTo>
                  <a:pt x="978351" y="0"/>
                </a:lnTo>
                <a:lnTo>
                  <a:pt x="978351" y="913535"/>
                </a:lnTo>
                <a:lnTo>
                  <a:pt x="0" y="9135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2428875" y="5814337"/>
            <a:ext cx="1645069" cy="1158927"/>
          </a:xfrm>
          <a:custGeom>
            <a:avLst/>
            <a:gdLst/>
            <a:ahLst/>
            <a:cxnLst/>
            <a:rect l="l" t="t" r="r" b="b"/>
            <a:pathLst>
              <a:path w="1645069" h="1158927">
                <a:moveTo>
                  <a:pt x="0" y="0"/>
                </a:moveTo>
                <a:lnTo>
                  <a:pt x="1645069" y="0"/>
                </a:lnTo>
                <a:lnTo>
                  <a:pt x="1645069" y="1158927"/>
                </a:lnTo>
                <a:lnTo>
                  <a:pt x="0" y="11589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4264381" y="5619116"/>
            <a:ext cx="1594781" cy="837985"/>
          </a:xfrm>
          <a:custGeom>
            <a:avLst/>
            <a:gdLst/>
            <a:ahLst/>
            <a:cxnLst/>
            <a:rect l="l" t="t" r="r" b="b"/>
            <a:pathLst>
              <a:path w="1594781" h="837985">
                <a:moveTo>
                  <a:pt x="0" y="0"/>
                </a:moveTo>
                <a:lnTo>
                  <a:pt x="1594781" y="0"/>
                </a:lnTo>
                <a:lnTo>
                  <a:pt x="1594781" y="837985"/>
                </a:lnTo>
                <a:lnTo>
                  <a:pt x="0" y="83798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6093802" y="5688947"/>
            <a:ext cx="1757251" cy="869839"/>
          </a:xfrm>
          <a:custGeom>
            <a:avLst/>
            <a:gdLst/>
            <a:ahLst/>
            <a:cxnLst/>
            <a:rect l="l" t="t" r="r" b="b"/>
            <a:pathLst>
              <a:path w="1757251" h="869839">
                <a:moveTo>
                  <a:pt x="0" y="0"/>
                </a:moveTo>
                <a:lnTo>
                  <a:pt x="1757251" y="0"/>
                </a:lnTo>
                <a:lnTo>
                  <a:pt x="1757251" y="869839"/>
                </a:lnTo>
                <a:lnTo>
                  <a:pt x="0" y="8698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2613277" y="7259190"/>
            <a:ext cx="1460667" cy="850927"/>
          </a:xfrm>
          <a:custGeom>
            <a:avLst/>
            <a:gdLst/>
            <a:ahLst/>
            <a:cxnLst/>
            <a:rect l="l" t="t" r="r" b="b"/>
            <a:pathLst>
              <a:path w="1460667" h="850927">
                <a:moveTo>
                  <a:pt x="0" y="0"/>
                </a:moveTo>
                <a:lnTo>
                  <a:pt x="1460667" y="0"/>
                </a:lnTo>
                <a:lnTo>
                  <a:pt x="1460667" y="850927"/>
                </a:lnTo>
                <a:lnTo>
                  <a:pt x="0" y="85092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4332283" y="6995398"/>
            <a:ext cx="1337663" cy="1114719"/>
          </a:xfrm>
          <a:custGeom>
            <a:avLst/>
            <a:gdLst/>
            <a:ahLst/>
            <a:cxnLst/>
            <a:rect l="l" t="t" r="r" b="b"/>
            <a:pathLst>
              <a:path w="1337663" h="1114719">
                <a:moveTo>
                  <a:pt x="0" y="0"/>
                </a:moveTo>
                <a:lnTo>
                  <a:pt x="1337662" y="0"/>
                </a:lnTo>
                <a:lnTo>
                  <a:pt x="1337662" y="1114719"/>
                </a:lnTo>
                <a:lnTo>
                  <a:pt x="0" y="111471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4372159" y="8801985"/>
            <a:ext cx="1650389" cy="461138"/>
          </a:xfrm>
          <a:custGeom>
            <a:avLst/>
            <a:gdLst/>
            <a:ahLst/>
            <a:cxnLst/>
            <a:rect l="l" t="t" r="r" b="b"/>
            <a:pathLst>
              <a:path w="1650389" h="461138">
                <a:moveTo>
                  <a:pt x="0" y="0"/>
                </a:moveTo>
                <a:lnTo>
                  <a:pt x="1650389" y="0"/>
                </a:lnTo>
                <a:lnTo>
                  <a:pt x="1650389" y="461138"/>
                </a:lnTo>
                <a:lnTo>
                  <a:pt x="0" y="46113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2478104" y="8489823"/>
            <a:ext cx="1311793" cy="1085462"/>
          </a:xfrm>
          <a:custGeom>
            <a:avLst/>
            <a:gdLst/>
            <a:ahLst/>
            <a:cxnLst/>
            <a:rect l="l" t="t" r="r" b="b"/>
            <a:pathLst>
              <a:path w="1311793" h="1085462">
                <a:moveTo>
                  <a:pt x="0" y="0"/>
                </a:moveTo>
                <a:lnTo>
                  <a:pt x="1311793" y="0"/>
                </a:lnTo>
                <a:lnTo>
                  <a:pt x="1311793" y="1085462"/>
                </a:lnTo>
                <a:lnTo>
                  <a:pt x="0" y="108546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6317031" y="8696221"/>
            <a:ext cx="1681666" cy="672666"/>
          </a:xfrm>
          <a:custGeom>
            <a:avLst/>
            <a:gdLst/>
            <a:ahLst/>
            <a:cxnLst/>
            <a:rect l="l" t="t" r="r" b="b"/>
            <a:pathLst>
              <a:path w="1681666" h="672666">
                <a:moveTo>
                  <a:pt x="0" y="0"/>
                </a:moveTo>
                <a:lnTo>
                  <a:pt x="1681666" y="0"/>
                </a:lnTo>
                <a:lnTo>
                  <a:pt x="1681666" y="672666"/>
                </a:lnTo>
                <a:lnTo>
                  <a:pt x="0" y="67266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6131595" y="4507697"/>
            <a:ext cx="1681666" cy="823932"/>
          </a:xfrm>
          <a:custGeom>
            <a:avLst/>
            <a:gdLst/>
            <a:ahLst/>
            <a:cxnLst/>
            <a:rect l="l" t="t" r="r" b="b"/>
            <a:pathLst>
              <a:path w="1681666" h="823932">
                <a:moveTo>
                  <a:pt x="0" y="0"/>
                </a:moveTo>
                <a:lnTo>
                  <a:pt x="1681666" y="0"/>
                </a:lnTo>
                <a:lnTo>
                  <a:pt x="1681666" y="823931"/>
                </a:lnTo>
                <a:lnTo>
                  <a:pt x="0" y="82393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6317031" y="6916105"/>
            <a:ext cx="1579204" cy="1273305"/>
          </a:xfrm>
          <a:custGeom>
            <a:avLst/>
            <a:gdLst/>
            <a:ahLst/>
            <a:cxnLst/>
            <a:rect l="l" t="t" r="r" b="b"/>
            <a:pathLst>
              <a:path w="1579204" h="1273305">
                <a:moveTo>
                  <a:pt x="0" y="0"/>
                </a:moveTo>
                <a:lnTo>
                  <a:pt x="1579204" y="0"/>
                </a:lnTo>
                <a:lnTo>
                  <a:pt x="1579204" y="1273305"/>
                </a:lnTo>
                <a:lnTo>
                  <a:pt x="0" y="12733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-1147957" y="8725531"/>
            <a:ext cx="3428518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  <a:spcBef>
                <a:spcPct val="0"/>
              </a:spcBef>
            </a:pPr>
            <a:endParaRPr/>
          </a:p>
        </p:txBody>
      </p:sp>
      <p:sp>
        <p:nvSpPr>
          <p:cNvPr id="33" name="TextBox 33"/>
          <p:cNvSpPr txBox="1"/>
          <p:nvPr/>
        </p:nvSpPr>
        <p:spPr>
          <a:xfrm>
            <a:off x="283511" y="4629150"/>
            <a:ext cx="180498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spc="95">
                <a:solidFill>
                  <a:srgbClr val="000000"/>
                </a:solidFill>
                <a:latin typeface="Garamond Bold" panose="02020804030307010803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Frontend :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08829" y="6027127"/>
            <a:ext cx="171822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spc="95">
                <a:solidFill>
                  <a:srgbClr val="000000"/>
                </a:solidFill>
                <a:latin typeface="Garamond Bold" panose="02020804030307010803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Backend :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69952" y="7262245"/>
            <a:ext cx="233273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spc="95">
                <a:solidFill>
                  <a:srgbClr val="000000"/>
                </a:solidFill>
                <a:latin typeface="Garamond Bold" panose="02020804030307010803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Deployment :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36605" y="8758551"/>
            <a:ext cx="217006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spc="95">
                <a:solidFill>
                  <a:srgbClr val="000000"/>
                </a:solidFill>
                <a:latin typeface="Garamond Bold" panose="02020804030307010803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AI and API 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62CC723-D284-F8A3-400F-1A7DA0C4C374}"/>
              </a:ext>
            </a:extLst>
          </p:cNvPr>
          <p:cNvGrpSpPr/>
          <p:nvPr/>
        </p:nvGrpSpPr>
        <p:grpSpPr>
          <a:xfrm>
            <a:off x="255270" y="223838"/>
            <a:ext cx="2618918" cy="1248727"/>
            <a:chOff x="0" y="0"/>
            <a:chExt cx="3491890" cy="1664970"/>
          </a:xfrm>
        </p:grpSpPr>
        <p:sp>
          <p:nvSpPr>
            <p:cNvPr id="3" name="Freeform 3" descr="Your startup LOGO">
              <a:extLst>
                <a:ext uri="{FF2B5EF4-FFF2-40B4-BE49-F238E27FC236}">
                  <a16:creationId xmlns:a16="http://schemas.microsoft.com/office/drawing/2014/main" id="{3D53ED47-732A-1F3A-169F-B5806FEF0A99}"/>
                </a:ext>
              </a:extLst>
            </p:cNvPr>
            <p:cNvSpPr/>
            <p:nvPr/>
          </p:nvSpPr>
          <p:spPr>
            <a:xfrm>
              <a:off x="30564" y="25400"/>
              <a:ext cx="3430763" cy="1614170"/>
            </a:xfrm>
            <a:custGeom>
              <a:avLst/>
              <a:gdLst/>
              <a:ahLst/>
              <a:cxnLst/>
              <a:rect l="l" t="t" r="r" b="b"/>
              <a:pathLst>
                <a:path w="3430763" h="1614170">
                  <a:moveTo>
                    <a:pt x="0" y="807085"/>
                  </a:moveTo>
                  <a:cubicBezTo>
                    <a:pt x="0" y="361315"/>
                    <a:pt x="768063" y="0"/>
                    <a:pt x="1715381" y="0"/>
                  </a:cubicBezTo>
                  <a:cubicBezTo>
                    <a:pt x="2662700" y="0"/>
                    <a:pt x="3430763" y="361315"/>
                    <a:pt x="3430763" y="807085"/>
                  </a:cubicBezTo>
                  <a:cubicBezTo>
                    <a:pt x="3430763" y="1252855"/>
                    <a:pt x="2662700" y="1614170"/>
                    <a:pt x="1715381" y="1614170"/>
                  </a:cubicBezTo>
                  <a:cubicBezTo>
                    <a:pt x="768062" y="1614170"/>
                    <a:pt x="0" y="1252855"/>
                    <a:pt x="0" y="8070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 descr="Your startup LOGO">
              <a:extLst>
                <a:ext uri="{FF2B5EF4-FFF2-40B4-BE49-F238E27FC236}">
                  <a16:creationId xmlns:a16="http://schemas.microsoft.com/office/drawing/2014/main" id="{88615663-AC6E-A5BD-0C99-223B98C14191}"/>
                </a:ext>
              </a:extLst>
            </p:cNvPr>
            <p:cNvSpPr/>
            <p:nvPr/>
          </p:nvSpPr>
          <p:spPr>
            <a:xfrm>
              <a:off x="0" y="0"/>
              <a:ext cx="3491890" cy="1664970"/>
            </a:xfrm>
            <a:custGeom>
              <a:avLst/>
              <a:gdLst/>
              <a:ahLst/>
              <a:cxnLst/>
              <a:rect l="l" t="t" r="r" b="b"/>
              <a:pathLst>
                <a:path w="3491890" h="1664970">
                  <a:moveTo>
                    <a:pt x="0" y="832485"/>
                  </a:moveTo>
                  <a:cubicBezTo>
                    <a:pt x="0" y="361696"/>
                    <a:pt x="799238" y="0"/>
                    <a:pt x="1745945" y="0"/>
                  </a:cubicBezTo>
                  <a:cubicBezTo>
                    <a:pt x="2692652" y="0"/>
                    <a:pt x="3491890" y="361696"/>
                    <a:pt x="3491890" y="832485"/>
                  </a:cubicBezTo>
                  <a:lnTo>
                    <a:pt x="3461327" y="832485"/>
                  </a:lnTo>
                  <a:lnTo>
                    <a:pt x="3491890" y="832485"/>
                  </a:lnTo>
                  <a:cubicBezTo>
                    <a:pt x="3491890" y="1303274"/>
                    <a:pt x="2692652" y="1664970"/>
                    <a:pt x="1745945" y="1664970"/>
                  </a:cubicBezTo>
                  <a:lnTo>
                    <a:pt x="1745945" y="1639570"/>
                  </a:lnTo>
                  <a:lnTo>
                    <a:pt x="1745945" y="1664970"/>
                  </a:lnTo>
                  <a:cubicBezTo>
                    <a:pt x="799238" y="1664970"/>
                    <a:pt x="0" y="1303274"/>
                    <a:pt x="0" y="832485"/>
                  </a:cubicBezTo>
                  <a:lnTo>
                    <a:pt x="30564" y="832485"/>
                  </a:lnTo>
                  <a:lnTo>
                    <a:pt x="61127" y="832485"/>
                  </a:lnTo>
                  <a:lnTo>
                    <a:pt x="30564" y="832485"/>
                  </a:lnTo>
                  <a:lnTo>
                    <a:pt x="0" y="832485"/>
                  </a:lnTo>
                  <a:moveTo>
                    <a:pt x="61127" y="832485"/>
                  </a:moveTo>
                  <a:cubicBezTo>
                    <a:pt x="61127" y="846455"/>
                    <a:pt x="47374" y="857885"/>
                    <a:pt x="30564" y="857885"/>
                  </a:cubicBezTo>
                  <a:cubicBezTo>
                    <a:pt x="13754" y="857885"/>
                    <a:pt x="0" y="846455"/>
                    <a:pt x="0" y="832485"/>
                  </a:cubicBezTo>
                  <a:cubicBezTo>
                    <a:pt x="0" y="818515"/>
                    <a:pt x="13754" y="807085"/>
                    <a:pt x="30564" y="807085"/>
                  </a:cubicBezTo>
                  <a:cubicBezTo>
                    <a:pt x="47374" y="807085"/>
                    <a:pt x="61127" y="818515"/>
                    <a:pt x="61127" y="832485"/>
                  </a:cubicBezTo>
                  <a:cubicBezTo>
                    <a:pt x="61127" y="1253109"/>
                    <a:pt x="798015" y="1614170"/>
                    <a:pt x="1745945" y="1614170"/>
                  </a:cubicBezTo>
                  <a:cubicBezTo>
                    <a:pt x="2693875" y="1614170"/>
                    <a:pt x="3430763" y="1253109"/>
                    <a:pt x="3430763" y="832485"/>
                  </a:cubicBezTo>
                  <a:cubicBezTo>
                    <a:pt x="3430763" y="411861"/>
                    <a:pt x="2693875" y="50800"/>
                    <a:pt x="1745945" y="50800"/>
                  </a:cubicBezTo>
                  <a:lnTo>
                    <a:pt x="1745945" y="25400"/>
                  </a:lnTo>
                  <a:lnTo>
                    <a:pt x="1745945" y="50800"/>
                  </a:lnTo>
                  <a:cubicBezTo>
                    <a:pt x="798015" y="50800"/>
                    <a:pt x="61127" y="411861"/>
                    <a:pt x="61127" y="83248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F8474F2-2E9C-44B5-8032-79DF8E3BF8DB}"/>
                </a:ext>
              </a:extLst>
            </p:cNvPr>
            <p:cNvSpPr txBox="1"/>
            <p:nvPr/>
          </p:nvSpPr>
          <p:spPr>
            <a:xfrm>
              <a:off x="0" y="0"/>
              <a:ext cx="3491890" cy="1664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800" b="1">
                  <a:solidFill>
                    <a:srgbClr val="000000"/>
                  </a:solidFill>
                  <a:latin typeface="Garamond Bold" panose="02020804030307010803"/>
                  <a:ea typeface="Garamond Bold" panose="02020804030307010803"/>
                  <a:cs typeface="Garamond Bold" panose="02020804030307010803"/>
                  <a:sym typeface="Garamond Bold" panose="02020804030307010803"/>
                </a:rPr>
                <a:t>Tech Legend</a:t>
              </a: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A2EAA167-0EEF-DDB2-B21E-0BEE18581EBF}"/>
              </a:ext>
            </a:extLst>
          </p:cNvPr>
          <p:cNvGrpSpPr>
            <a:grpSpLocks noChangeAspect="1"/>
          </p:cNvGrpSpPr>
          <p:nvPr/>
        </p:nvGrpSpPr>
        <p:grpSpPr>
          <a:xfrm>
            <a:off x="14762049" y="85645"/>
            <a:ext cx="3313680" cy="1684302"/>
            <a:chOff x="0" y="0"/>
            <a:chExt cx="4418240" cy="2245736"/>
          </a:xfrm>
        </p:grpSpPr>
        <p:sp>
          <p:nvSpPr>
            <p:cNvPr id="7" name="Freeform 7" descr="https://www.sih.gov.in/img1/SIH-Logo.png">
              <a:extLst>
                <a:ext uri="{FF2B5EF4-FFF2-40B4-BE49-F238E27FC236}">
                  <a16:creationId xmlns:a16="http://schemas.microsoft.com/office/drawing/2014/main" id="{2FED3EB0-AEDF-E200-AE33-43E63BA4808D}"/>
                </a:ext>
              </a:extLst>
            </p:cNvPr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4FCE5127-76BD-8742-A642-7486C6528318}"/>
              </a:ext>
            </a:extLst>
          </p:cNvPr>
          <p:cNvSpPr/>
          <p:nvPr/>
        </p:nvSpPr>
        <p:spPr>
          <a:xfrm>
            <a:off x="6017635" y="-567291"/>
            <a:ext cx="6252730" cy="2501092"/>
          </a:xfrm>
          <a:custGeom>
            <a:avLst/>
            <a:gdLst/>
            <a:ahLst/>
            <a:cxnLst/>
            <a:rect l="l" t="t" r="r" b="b"/>
            <a:pathLst>
              <a:path w="6252730" h="2501092">
                <a:moveTo>
                  <a:pt x="0" y="0"/>
                </a:moveTo>
                <a:lnTo>
                  <a:pt x="6252730" y="0"/>
                </a:lnTo>
                <a:lnTo>
                  <a:pt x="6252730" y="2501092"/>
                </a:lnTo>
                <a:lnTo>
                  <a:pt x="0" y="25010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4525E11-58D2-C9D0-F767-10C86370B564}"/>
              </a:ext>
            </a:extLst>
          </p:cNvPr>
          <p:cNvSpPr txBox="1"/>
          <p:nvPr/>
        </p:nvSpPr>
        <p:spPr>
          <a:xfrm>
            <a:off x="2057400" y="1492385"/>
            <a:ext cx="15022531" cy="744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latin typeface="Arial Black" panose="020B0A04020102020204" pitchFamily="34" charset="0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Built on a Modern &amp; Scalable Architecture</a:t>
            </a:r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BDA138D2-CEBE-157A-9CFA-948F9D888277}"/>
              </a:ext>
            </a:extLst>
          </p:cNvPr>
          <p:cNvGrpSpPr/>
          <p:nvPr/>
        </p:nvGrpSpPr>
        <p:grpSpPr>
          <a:xfrm>
            <a:off x="18143" y="2213747"/>
            <a:ext cx="18075700" cy="6629399"/>
            <a:chOff x="0" y="-38100"/>
            <a:chExt cx="4836772" cy="214117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68A2264-86CE-E1E6-2F1C-4EC37ED4A5D1}"/>
                </a:ext>
              </a:extLst>
            </p:cNvPr>
            <p:cNvSpPr/>
            <p:nvPr/>
          </p:nvSpPr>
          <p:spPr>
            <a:xfrm>
              <a:off x="68306" y="-38100"/>
              <a:ext cx="4768466" cy="2099946"/>
            </a:xfrm>
            <a:custGeom>
              <a:avLst/>
              <a:gdLst/>
              <a:ahLst/>
              <a:cxnLst/>
              <a:rect l="l" t="t" r="r" b="b"/>
              <a:pathLst>
                <a:path w="4693454" h="2103075">
                  <a:moveTo>
                    <a:pt x="0" y="0"/>
                  </a:moveTo>
                  <a:lnTo>
                    <a:pt x="4693454" y="0"/>
                  </a:lnTo>
                  <a:lnTo>
                    <a:pt x="4693454" y="2103075"/>
                  </a:lnTo>
                  <a:lnTo>
                    <a:pt x="0" y="2103075"/>
                  </a:ln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 b="1" i="1" u="sng" dirty="0">
                <a:latin typeface="Arial Black" panose="020B0A04020102020204" pitchFamily="34" charset="0"/>
              </a:endParaRP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2B3F7AB-ADEB-B4B8-4D1C-70926499715C}"/>
                </a:ext>
              </a:extLst>
            </p:cNvPr>
            <p:cNvSpPr txBox="1"/>
            <p:nvPr/>
          </p:nvSpPr>
          <p:spPr>
            <a:xfrm>
              <a:off x="0" y="-38100"/>
              <a:ext cx="4693454" cy="2141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 b="1" i="1" u="sng">
                <a:latin typeface="Arial Black" panose="020B0A04020102020204" pitchFamily="34" charset="0"/>
              </a:endParaRPr>
            </a:p>
          </p:txBody>
        </p:sp>
      </p:grpSp>
      <p:sp>
        <p:nvSpPr>
          <p:cNvPr id="121" name="Flowchart: Alternate Process 120">
            <a:extLst>
              <a:ext uri="{FF2B5EF4-FFF2-40B4-BE49-F238E27FC236}">
                <a16:creationId xmlns:a16="http://schemas.microsoft.com/office/drawing/2014/main" id="{C2274796-76A1-BD10-2FEA-0FBC56F30FE7}"/>
              </a:ext>
            </a:extLst>
          </p:cNvPr>
          <p:cNvSpPr/>
          <p:nvPr/>
        </p:nvSpPr>
        <p:spPr>
          <a:xfrm>
            <a:off x="5765202" y="2564895"/>
            <a:ext cx="1415934" cy="1214572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School And Admins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B67C01BB-A7E7-980C-3142-F2C954A861AD}"/>
              </a:ext>
            </a:extLst>
          </p:cNvPr>
          <p:cNvCxnSpPr>
            <a:cxnSpLocks/>
          </p:cNvCxnSpPr>
          <p:nvPr/>
        </p:nvCxnSpPr>
        <p:spPr>
          <a:xfrm>
            <a:off x="7156115" y="3190878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6" name="Flowchart: Alternate Process 125">
            <a:extLst>
              <a:ext uri="{FF2B5EF4-FFF2-40B4-BE49-F238E27FC236}">
                <a16:creationId xmlns:a16="http://schemas.microsoft.com/office/drawing/2014/main" id="{3480D6B5-5FEF-94EE-66CF-768CD3F5CC11}"/>
              </a:ext>
            </a:extLst>
          </p:cNvPr>
          <p:cNvSpPr/>
          <p:nvPr/>
        </p:nvSpPr>
        <p:spPr>
          <a:xfrm>
            <a:off x="7689515" y="2936079"/>
            <a:ext cx="2138259" cy="612648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Admin Dashboard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5211D119-18A4-17E0-9C7E-EE569B763C0C}"/>
              </a:ext>
            </a:extLst>
          </p:cNvPr>
          <p:cNvCxnSpPr>
            <a:cxnSpLocks/>
            <a:stCxn id="126" idx="2"/>
          </p:cNvCxnSpPr>
          <p:nvPr/>
        </p:nvCxnSpPr>
        <p:spPr>
          <a:xfrm>
            <a:off x="8758645" y="3548727"/>
            <a:ext cx="0" cy="882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6" name="Flowchart: Alternate Process 135">
            <a:extLst>
              <a:ext uri="{FF2B5EF4-FFF2-40B4-BE49-F238E27FC236}">
                <a16:creationId xmlns:a16="http://schemas.microsoft.com/office/drawing/2014/main" id="{862A159A-F18F-D5B3-8B25-09CBBB532D04}"/>
              </a:ext>
            </a:extLst>
          </p:cNvPr>
          <p:cNvSpPr/>
          <p:nvPr/>
        </p:nvSpPr>
        <p:spPr>
          <a:xfrm>
            <a:off x="551542" y="5077919"/>
            <a:ext cx="1752600" cy="158685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Student User</a:t>
            </a:r>
          </a:p>
        </p:txBody>
      </p:sp>
      <p:sp>
        <p:nvSpPr>
          <p:cNvPr id="137" name="Flowchart: Alternate Process 136">
            <a:extLst>
              <a:ext uri="{FF2B5EF4-FFF2-40B4-BE49-F238E27FC236}">
                <a16:creationId xmlns:a16="http://schemas.microsoft.com/office/drawing/2014/main" id="{1F92B7A9-44EC-465A-275E-36813A854748}"/>
              </a:ext>
            </a:extLst>
          </p:cNvPr>
          <p:cNvSpPr/>
          <p:nvPr/>
        </p:nvSpPr>
        <p:spPr>
          <a:xfrm>
            <a:off x="3211718" y="4400572"/>
            <a:ext cx="9524999" cy="2812728"/>
          </a:xfrm>
          <a:prstGeom prst="flowChartAlternateProcess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The </a:t>
            </a:r>
            <a:r>
              <a:rPr lang="en-IN" dirty="0" err="1">
                <a:latin typeface="Arial Black" panose="020B0A04020102020204" pitchFamily="34" charset="0"/>
              </a:rPr>
              <a:t>EcoQuest</a:t>
            </a:r>
            <a:r>
              <a:rPr lang="en-IN" dirty="0">
                <a:latin typeface="Arial Black" panose="020B0A04020102020204" pitchFamily="34" charset="0"/>
              </a:rPr>
              <a:t> Web App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87FBE7B-82E9-66C3-9ACF-135C818A2671}"/>
              </a:ext>
            </a:extLst>
          </p:cNvPr>
          <p:cNvCxnSpPr>
            <a:cxnSpLocks/>
            <a:stCxn id="136" idx="3"/>
          </p:cNvCxnSpPr>
          <p:nvPr/>
        </p:nvCxnSpPr>
        <p:spPr>
          <a:xfrm>
            <a:off x="2304142" y="5871348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2" name="Flowchart: Alternate Process 141">
            <a:extLst>
              <a:ext uri="{FF2B5EF4-FFF2-40B4-BE49-F238E27FC236}">
                <a16:creationId xmlns:a16="http://schemas.microsoft.com/office/drawing/2014/main" id="{8F5D8458-7F5A-C96E-1A81-10AD34B6AAD9}"/>
              </a:ext>
            </a:extLst>
          </p:cNvPr>
          <p:cNvSpPr/>
          <p:nvPr/>
        </p:nvSpPr>
        <p:spPr>
          <a:xfrm>
            <a:off x="13481657" y="4400572"/>
            <a:ext cx="4267200" cy="2812728"/>
          </a:xfrm>
          <a:prstGeom prst="flowChartAlternateProcess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Impact And Recognition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b="1" dirty="0">
              <a:latin typeface="Arial Black" panose="020B0A04020102020204" pitchFamily="34" charset="0"/>
            </a:endParaRPr>
          </a:p>
          <a:p>
            <a:pPr algn="ctr"/>
            <a:endParaRPr lang="en-IN" dirty="0"/>
          </a:p>
        </p:txBody>
      </p:sp>
      <p:sp>
        <p:nvSpPr>
          <p:cNvPr id="147" name="Flowchart: Alternate Process 146">
            <a:extLst>
              <a:ext uri="{FF2B5EF4-FFF2-40B4-BE49-F238E27FC236}">
                <a16:creationId xmlns:a16="http://schemas.microsoft.com/office/drawing/2014/main" id="{6D728197-9F82-ACA0-3E71-520AAFE388DB}"/>
              </a:ext>
            </a:extLst>
          </p:cNvPr>
          <p:cNvSpPr/>
          <p:nvPr/>
        </p:nvSpPr>
        <p:spPr>
          <a:xfrm>
            <a:off x="13665333" y="5337947"/>
            <a:ext cx="3899849" cy="352620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Earns Eco-Coins &amp; Badges</a:t>
            </a:r>
          </a:p>
        </p:txBody>
      </p:sp>
      <p:sp>
        <p:nvSpPr>
          <p:cNvPr id="149" name="Flowchart: Alternate Process 148">
            <a:extLst>
              <a:ext uri="{FF2B5EF4-FFF2-40B4-BE49-F238E27FC236}">
                <a16:creationId xmlns:a16="http://schemas.microsoft.com/office/drawing/2014/main" id="{5D3452C2-2FA6-1AB2-AC62-09F795692308}"/>
              </a:ext>
            </a:extLst>
          </p:cNvPr>
          <p:cNvSpPr/>
          <p:nvPr/>
        </p:nvSpPr>
        <p:spPr>
          <a:xfrm>
            <a:off x="13665333" y="5823494"/>
            <a:ext cx="3899849" cy="352620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Climbs the “Wall Of Fame”</a:t>
            </a:r>
          </a:p>
        </p:txBody>
      </p:sp>
      <p:sp>
        <p:nvSpPr>
          <p:cNvPr id="150" name="Flowchart: Alternate Process 149">
            <a:extLst>
              <a:ext uri="{FF2B5EF4-FFF2-40B4-BE49-F238E27FC236}">
                <a16:creationId xmlns:a16="http://schemas.microsoft.com/office/drawing/2014/main" id="{73876920-8EFD-AB7C-D028-BE3E245BA152}"/>
              </a:ext>
            </a:extLst>
          </p:cNvPr>
          <p:cNvSpPr/>
          <p:nvPr/>
        </p:nvSpPr>
        <p:spPr>
          <a:xfrm>
            <a:off x="13665333" y="6286774"/>
            <a:ext cx="3899849" cy="352620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Builds a ‘Green’ Profile</a:t>
            </a: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69005E56-90A7-A39C-0ED2-59ADC4CE7CE1}"/>
              </a:ext>
            </a:extLst>
          </p:cNvPr>
          <p:cNvCxnSpPr>
            <a:cxnSpLocks/>
          </p:cNvCxnSpPr>
          <p:nvPr/>
        </p:nvCxnSpPr>
        <p:spPr>
          <a:xfrm>
            <a:off x="12736717" y="5806936"/>
            <a:ext cx="7449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7" name="Flowchart: Alternate Process 156">
            <a:extLst>
              <a:ext uri="{FF2B5EF4-FFF2-40B4-BE49-F238E27FC236}">
                <a16:creationId xmlns:a16="http://schemas.microsoft.com/office/drawing/2014/main" id="{E0DA5429-0EAF-530F-F8C4-098D7BC3E196}"/>
              </a:ext>
            </a:extLst>
          </p:cNvPr>
          <p:cNvSpPr/>
          <p:nvPr/>
        </p:nvSpPr>
        <p:spPr>
          <a:xfrm>
            <a:off x="10378490" y="4979335"/>
            <a:ext cx="1817432" cy="1784023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View Dashboard &amp; Profile</a:t>
            </a:r>
          </a:p>
        </p:txBody>
      </p:sp>
      <p:sp>
        <p:nvSpPr>
          <p:cNvPr id="162" name="Flowchart: Alternate Process 161">
            <a:extLst>
              <a:ext uri="{FF2B5EF4-FFF2-40B4-BE49-F238E27FC236}">
                <a16:creationId xmlns:a16="http://schemas.microsoft.com/office/drawing/2014/main" id="{F128C57B-DBB1-9906-7D6B-DFDD0FEC1D93}"/>
              </a:ext>
            </a:extLst>
          </p:cNvPr>
          <p:cNvSpPr/>
          <p:nvPr/>
        </p:nvSpPr>
        <p:spPr>
          <a:xfrm>
            <a:off x="8213084" y="4989418"/>
            <a:ext cx="1817432" cy="1784023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Learn through animated videos and games</a:t>
            </a:r>
          </a:p>
        </p:txBody>
      </p:sp>
      <p:sp>
        <p:nvSpPr>
          <p:cNvPr id="163" name="Flowchart: Alternate Process 162">
            <a:extLst>
              <a:ext uri="{FF2B5EF4-FFF2-40B4-BE49-F238E27FC236}">
                <a16:creationId xmlns:a16="http://schemas.microsoft.com/office/drawing/2014/main" id="{86A95B49-3444-AF27-4DFB-0755C869D13F}"/>
              </a:ext>
            </a:extLst>
          </p:cNvPr>
          <p:cNvSpPr/>
          <p:nvPr/>
        </p:nvSpPr>
        <p:spPr>
          <a:xfrm>
            <a:off x="6047678" y="4999501"/>
            <a:ext cx="1817432" cy="1784023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Report Campus Alert</a:t>
            </a:r>
          </a:p>
        </p:txBody>
      </p:sp>
      <p:sp>
        <p:nvSpPr>
          <p:cNvPr id="164" name="Flowchart: Alternate Process 163">
            <a:extLst>
              <a:ext uri="{FF2B5EF4-FFF2-40B4-BE49-F238E27FC236}">
                <a16:creationId xmlns:a16="http://schemas.microsoft.com/office/drawing/2014/main" id="{9C69342D-1C64-7CCD-C385-DB85FCD6C605}"/>
              </a:ext>
            </a:extLst>
          </p:cNvPr>
          <p:cNvSpPr/>
          <p:nvPr/>
        </p:nvSpPr>
        <p:spPr>
          <a:xfrm>
            <a:off x="3882272" y="5009584"/>
            <a:ext cx="1817432" cy="1784023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Engage with Missions &amp; NGO Drives</a:t>
            </a:r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6E0A412F-A5D8-4CC0-64FC-C4BF32E65F53}"/>
              </a:ext>
            </a:extLst>
          </p:cNvPr>
          <p:cNvCxnSpPr>
            <a:cxnSpLocks/>
          </p:cNvCxnSpPr>
          <p:nvPr/>
        </p:nvCxnSpPr>
        <p:spPr>
          <a:xfrm>
            <a:off x="10378490" y="7213300"/>
            <a:ext cx="0" cy="4106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216A9CF-B282-86AE-728C-50D2CD722E69}"/>
              </a:ext>
            </a:extLst>
          </p:cNvPr>
          <p:cNvCxnSpPr>
            <a:cxnSpLocks/>
          </p:cNvCxnSpPr>
          <p:nvPr/>
        </p:nvCxnSpPr>
        <p:spPr>
          <a:xfrm>
            <a:off x="6530390" y="7623947"/>
            <a:ext cx="7696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2" name="Flowchart: Alternate Process 171">
            <a:extLst>
              <a:ext uri="{FF2B5EF4-FFF2-40B4-BE49-F238E27FC236}">
                <a16:creationId xmlns:a16="http://schemas.microsoft.com/office/drawing/2014/main" id="{62056A92-B593-ED48-566E-0D2D0183C3D4}"/>
              </a:ext>
            </a:extLst>
          </p:cNvPr>
          <p:cNvSpPr/>
          <p:nvPr/>
        </p:nvSpPr>
        <p:spPr>
          <a:xfrm>
            <a:off x="5154817" y="8017533"/>
            <a:ext cx="2819400" cy="38100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MySQL Database</a:t>
            </a:r>
          </a:p>
        </p:txBody>
      </p:sp>
      <p:sp>
        <p:nvSpPr>
          <p:cNvPr id="173" name="Flowchart: Alternate Process 172">
            <a:extLst>
              <a:ext uri="{FF2B5EF4-FFF2-40B4-BE49-F238E27FC236}">
                <a16:creationId xmlns:a16="http://schemas.microsoft.com/office/drawing/2014/main" id="{6A2ABA43-5A67-48BF-3392-8DE10F031A08}"/>
              </a:ext>
            </a:extLst>
          </p:cNvPr>
          <p:cNvSpPr/>
          <p:nvPr/>
        </p:nvSpPr>
        <p:spPr>
          <a:xfrm>
            <a:off x="8758645" y="7980183"/>
            <a:ext cx="2819400" cy="38100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Node </a:t>
            </a:r>
            <a:r>
              <a:rPr lang="en-IN" dirty="0" err="1">
                <a:latin typeface="Arial Black" panose="020B0A04020102020204" pitchFamily="34" charset="0"/>
              </a:rPr>
              <a:t>js</a:t>
            </a:r>
            <a:r>
              <a:rPr lang="en-IN" dirty="0">
                <a:latin typeface="Arial Black" panose="020B0A04020102020204" pitchFamily="34" charset="0"/>
              </a:rPr>
              <a:t> Backend</a:t>
            </a:r>
          </a:p>
        </p:txBody>
      </p:sp>
      <p:sp>
        <p:nvSpPr>
          <p:cNvPr id="174" name="Flowchart: Alternate Process 173">
            <a:extLst>
              <a:ext uri="{FF2B5EF4-FFF2-40B4-BE49-F238E27FC236}">
                <a16:creationId xmlns:a16="http://schemas.microsoft.com/office/drawing/2014/main" id="{B764E05B-A8B3-63BD-7F49-14C15AE44A59}"/>
              </a:ext>
            </a:extLst>
          </p:cNvPr>
          <p:cNvSpPr/>
          <p:nvPr/>
        </p:nvSpPr>
        <p:spPr>
          <a:xfrm>
            <a:off x="12786479" y="7992454"/>
            <a:ext cx="2819400" cy="38100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External APIS &amp; AI</a:t>
            </a: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03F52C55-4701-9371-5368-D594B72A5C14}"/>
              </a:ext>
            </a:extLst>
          </p:cNvPr>
          <p:cNvCxnSpPr>
            <a:cxnSpLocks/>
          </p:cNvCxnSpPr>
          <p:nvPr/>
        </p:nvCxnSpPr>
        <p:spPr>
          <a:xfrm>
            <a:off x="6530390" y="7623947"/>
            <a:ext cx="0" cy="368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1F45895D-19DA-5A56-9F90-CB181959BB5C}"/>
              </a:ext>
            </a:extLst>
          </p:cNvPr>
          <p:cNvCxnSpPr>
            <a:cxnSpLocks/>
          </p:cNvCxnSpPr>
          <p:nvPr/>
        </p:nvCxnSpPr>
        <p:spPr>
          <a:xfrm>
            <a:off x="10378490" y="7596309"/>
            <a:ext cx="0" cy="3685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4A5ED0E8-AC59-4F4C-5341-79323DEA8194}"/>
              </a:ext>
            </a:extLst>
          </p:cNvPr>
          <p:cNvCxnSpPr>
            <a:cxnSpLocks/>
          </p:cNvCxnSpPr>
          <p:nvPr/>
        </p:nvCxnSpPr>
        <p:spPr>
          <a:xfrm>
            <a:off x="14226590" y="7623947"/>
            <a:ext cx="0" cy="368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2384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5270" y="223838"/>
            <a:ext cx="2618918" cy="1248727"/>
            <a:chOff x="0" y="0"/>
            <a:chExt cx="3491890" cy="1664970"/>
          </a:xfrm>
        </p:grpSpPr>
        <p:sp>
          <p:nvSpPr>
            <p:cNvPr id="3" name="Freeform 3" descr="Your startup LOGO"/>
            <p:cNvSpPr/>
            <p:nvPr/>
          </p:nvSpPr>
          <p:spPr>
            <a:xfrm>
              <a:off x="30564" y="25400"/>
              <a:ext cx="3430763" cy="1614170"/>
            </a:xfrm>
            <a:custGeom>
              <a:avLst/>
              <a:gdLst/>
              <a:ahLst/>
              <a:cxnLst/>
              <a:rect l="l" t="t" r="r" b="b"/>
              <a:pathLst>
                <a:path w="3430763" h="1614170">
                  <a:moveTo>
                    <a:pt x="0" y="807085"/>
                  </a:moveTo>
                  <a:cubicBezTo>
                    <a:pt x="0" y="361315"/>
                    <a:pt x="768063" y="0"/>
                    <a:pt x="1715381" y="0"/>
                  </a:cubicBezTo>
                  <a:cubicBezTo>
                    <a:pt x="2662700" y="0"/>
                    <a:pt x="3430763" y="361315"/>
                    <a:pt x="3430763" y="807085"/>
                  </a:cubicBezTo>
                  <a:cubicBezTo>
                    <a:pt x="3430763" y="1252855"/>
                    <a:pt x="2662700" y="1614170"/>
                    <a:pt x="1715381" y="1614170"/>
                  </a:cubicBezTo>
                  <a:cubicBezTo>
                    <a:pt x="768062" y="1614170"/>
                    <a:pt x="0" y="1252855"/>
                    <a:pt x="0" y="8070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 descr="Your startup LOGO"/>
            <p:cNvSpPr/>
            <p:nvPr/>
          </p:nvSpPr>
          <p:spPr>
            <a:xfrm>
              <a:off x="0" y="0"/>
              <a:ext cx="3491890" cy="1664970"/>
            </a:xfrm>
            <a:custGeom>
              <a:avLst/>
              <a:gdLst/>
              <a:ahLst/>
              <a:cxnLst/>
              <a:rect l="l" t="t" r="r" b="b"/>
              <a:pathLst>
                <a:path w="3491890" h="1664970">
                  <a:moveTo>
                    <a:pt x="0" y="832485"/>
                  </a:moveTo>
                  <a:cubicBezTo>
                    <a:pt x="0" y="361696"/>
                    <a:pt x="799238" y="0"/>
                    <a:pt x="1745945" y="0"/>
                  </a:cubicBezTo>
                  <a:cubicBezTo>
                    <a:pt x="2692652" y="0"/>
                    <a:pt x="3491890" y="361696"/>
                    <a:pt x="3491890" y="832485"/>
                  </a:cubicBezTo>
                  <a:lnTo>
                    <a:pt x="3461327" y="832485"/>
                  </a:lnTo>
                  <a:lnTo>
                    <a:pt x="3491890" y="832485"/>
                  </a:lnTo>
                  <a:cubicBezTo>
                    <a:pt x="3491890" y="1303274"/>
                    <a:pt x="2692652" y="1664970"/>
                    <a:pt x="1745945" y="1664970"/>
                  </a:cubicBezTo>
                  <a:lnTo>
                    <a:pt x="1745945" y="1639570"/>
                  </a:lnTo>
                  <a:lnTo>
                    <a:pt x="1745945" y="1664970"/>
                  </a:lnTo>
                  <a:cubicBezTo>
                    <a:pt x="799238" y="1664970"/>
                    <a:pt x="0" y="1303274"/>
                    <a:pt x="0" y="832485"/>
                  </a:cubicBezTo>
                  <a:lnTo>
                    <a:pt x="30564" y="832485"/>
                  </a:lnTo>
                  <a:lnTo>
                    <a:pt x="61127" y="832485"/>
                  </a:lnTo>
                  <a:lnTo>
                    <a:pt x="30564" y="832485"/>
                  </a:lnTo>
                  <a:lnTo>
                    <a:pt x="0" y="832485"/>
                  </a:lnTo>
                  <a:moveTo>
                    <a:pt x="61127" y="832485"/>
                  </a:moveTo>
                  <a:cubicBezTo>
                    <a:pt x="61127" y="846455"/>
                    <a:pt x="47374" y="857885"/>
                    <a:pt x="30564" y="857885"/>
                  </a:cubicBezTo>
                  <a:cubicBezTo>
                    <a:pt x="13754" y="857885"/>
                    <a:pt x="0" y="846455"/>
                    <a:pt x="0" y="832485"/>
                  </a:cubicBezTo>
                  <a:cubicBezTo>
                    <a:pt x="0" y="818515"/>
                    <a:pt x="13754" y="807085"/>
                    <a:pt x="30564" y="807085"/>
                  </a:cubicBezTo>
                  <a:cubicBezTo>
                    <a:pt x="47374" y="807085"/>
                    <a:pt x="61127" y="818515"/>
                    <a:pt x="61127" y="832485"/>
                  </a:cubicBezTo>
                  <a:cubicBezTo>
                    <a:pt x="61127" y="1253109"/>
                    <a:pt x="798015" y="1614170"/>
                    <a:pt x="1745945" y="1614170"/>
                  </a:cubicBezTo>
                  <a:cubicBezTo>
                    <a:pt x="2693875" y="1614170"/>
                    <a:pt x="3430763" y="1253109"/>
                    <a:pt x="3430763" y="832485"/>
                  </a:cubicBezTo>
                  <a:cubicBezTo>
                    <a:pt x="3430763" y="411861"/>
                    <a:pt x="2693875" y="50800"/>
                    <a:pt x="1745945" y="50800"/>
                  </a:cubicBezTo>
                  <a:lnTo>
                    <a:pt x="1745945" y="25400"/>
                  </a:lnTo>
                  <a:lnTo>
                    <a:pt x="1745945" y="50800"/>
                  </a:lnTo>
                  <a:cubicBezTo>
                    <a:pt x="798015" y="50800"/>
                    <a:pt x="61127" y="411861"/>
                    <a:pt x="61127" y="83248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3491890" cy="1664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800" b="1">
                  <a:solidFill>
                    <a:srgbClr val="000000"/>
                  </a:solidFill>
                  <a:latin typeface="Garamond Bold" panose="02020804030307010803"/>
                  <a:ea typeface="Garamond Bold" panose="02020804030307010803"/>
                  <a:cs typeface="Garamond Bold" panose="02020804030307010803"/>
                  <a:sym typeface="Garamond Bold" panose="02020804030307010803"/>
                </a:rPr>
                <a:t>Tech Legend</a:t>
              </a:r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4762049" y="85645"/>
            <a:ext cx="3313680" cy="1684302"/>
            <a:chOff x="0" y="0"/>
            <a:chExt cx="4418240" cy="2245736"/>
          </a:xfrm>
        </p:grpSpPr>
        <p:sp>
          <p:nvSpPr>
            <p:cNvPr id="7" name="Freeform 7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6081418" y="-650522"/>
            <a:ext cx="6252730" cy="2501092"/>
          </a:xfrm>
          <a:custGeom>
            <a:avLst/>
            <a:gdLst/>
            <a:ahLst/>
            <a:cxnLst/>
            <a:rect l="l" t="t" r="r" b="b"/>
            <a:pathLst>
              <a:path w="6252730" h="2501092">
                <a:moveTo>
                  <a:pt x="0" y="0"/>
                </a:moveTo>
                <a:lnTo>
                  <a:pt x="6252730" y="0"/>
                </a:lnTo>
                <a:lnTo>
                  <a:pt x="6252730" y="2501092"/>
                </a:lnTo>
                <a:lnTo>
                  <a:pt x="0" y="25010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255270" y="2157225"/>
            <a:ext cx="17820459" cy="8129774"/>
            <a:chOff x="0" y="-38100"/>
            <a:chExt cx="4693454" cy="21411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693454" cy="2103075"/>
            </a:xfrm>
            <a:custGeom>
              <a:avLst/>
              <a:gdLst/>
              <a:ahLst/>
              <a:cxnLst/>
              <a:rect l="l" t="t" r="r" b="b"/>
              <a:pathLst>
                <a:path w="4693454" h="2103075">
                  <a:moveTo>
                    <a:pt x="0" y="0"/>
                  </a:moveTo>
                  <a:lnTo>
                    <a:pt x="4693454" y="0"/>
                  </a:lnTo>
                  <a:lnTo>
                    <a:pt x="4693454" y="2103075"/>
                  </a:lnTo>
                  <a:lnTo>
                    <a:pt x="0" y="2103075"/>
                  </a:lnTo>
                  <a:close/>
                </a:path>
              </a:pathLst>
            </a:custGeom>
            <a:solidFill>
              <a:srgbClr val="ECF0F3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693454" cy="2141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 flipH="1" flipV="1">
            <a:off x="6105231" y="2862897"/>
            <a:ext cx="0" cy="6863092"/>
          </a:xfrm>
          <a:prstGeom prst="line">
            <a:avLst/>
          </a:prstGeom>
          <a:ln w="47625" cap="flat">
            <a:solidFill>
              <a:srgbClr val="FDFDF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3381683" y="1420674"/>
            <a:ext cx="11531947" cy="764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sz="4400" b="1">
                <a:solidFill>
                  <a:srgbClr val="000000"/>
                </a:solidFill>
                <a:latin typeface="Garamond Bold" panose="02020804030307010803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A Clear Plan for Execution, Success, and Growth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41173" y="4159232"/>
            <a:ext cx="5315569" cy="5099068"/>
            <a:chOff x="0" y="-241101"/>
            <a:chExt cx="7087425" cy="6798757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-241101"/>
              <a:ext cx="7087425" cy="1427234"/>
              <a:chOff x="0" y="-47625"/>
              <a:chExt cx="1399985" cy="28192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399985" cy="234298"/>
              </a:xfrm>
              <a:custGeom>
                <a:avLst/>
                <a:gdLst/>
                <a:ahLst/>
                <a:cxnLst/>
                <a:rect l="l" t="t" r="r" b="b"/>
                <a:pathLst>
                  <a:path w="1399985" h="234298">
                    <a:moveTo>
                      <a:pt x="0" y="0"/>
                    </a:moveTo>
                    <a:lnTo>
                      <a:pt x="1399985" y="0"/>
                    </a:lnTo>
                    <a:lnTo>
                      <a:pt x="1399985" y="234298"/>
                    </a:lnTo>
                    <a:lnTo>
                      <a:pt x="0" y="234298"/>
                    </a:lnTo>
                    <a:close/>
                  </a:path>
                </a:pathLst>
              </a:custGeom>
              <a:solidFill>
                <a:srgbClr val="93B1B2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1399985" cy="2819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0" y="1549407"/>
              <a:ext cx="7087425" cy="1427234"/>
              <a:chOff x="0" y="-47625"/>
              <a:chExt cx="1399985" cy="28192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399985" cy="234298"/>
              </a:xfrm>
              <a:custGeom>
                <a:avLst/>
                <a:gdLst/>
                <a:ahLst/>
                <a:cxnLst/>
                <a:rect l="l" t="t" r="r" b="b"/>
                <a:pathLst>
                  <a:path w="1399985" h="234298">
                    <a:moveTo>
                      <a:pt x="0" y="0"/>
                    </a:moveTo>
                    <a:lnTo>
                      <a:pt x="1399985" y="0"/>
                    </a:lnTo>
                    <a:lnTo>
                      <a:pt x="1399985" y="234298"/>
                    </a:lnTo>
                    <a:lnTo>
                      <a:pt x="0" y="234298"/>
                    </a:lnTo>
                    <a:close/>
                  </a:path>
                </a:pathLst>
              </a:custGeom>
              <a:solidFill>
                <a:srgbClr val="93B1B2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1399985" cy="2819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3339914"/>
              <a:ext cx="7087425" cy="1427234"/>
              <a:chOff x="0" y="-47625"/>
              <a:chExt cx="1399985" cy="28192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399985" cy="234298"/>
              </a:xfrm>
              <a:custGeom>
                <a:avLst/>
                <a:gdLst/>
                <a:ahLst/>
                <a:cxnLst/>
                <a:rect l="l" t="t" r="r" b="b"/>
                <a:pathLst>
                  <a:path w="1399985" h="234298">
                    <a:moveTo>
                      <a:pt x="0" y="0"/>
                    </a:moveTo>
                    <a:lnTo>
                      <a:pt x="1399985" y="0"/>
                    </a:lnTo>
                    <a:lnTo>
                      <a:pt x="1399985" y="234298"/>
                    </a:lnTo>
                    <a:lnTo>
                      <a:pt x="0" y="234298"/>
                    </a:lnTo>
                    <a:close/>
                  </a:path>
                </a:pathLst>
              </a:custGeom>
              <a:solidFill>
                <a:srgbClr val="93B1B2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1399985" cy="2819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0" y="5371523"/>
              <a:ext cx="7087425" cy="1186133"/>
              <a:chOff x="0" y="0"/>
              <a:chExt cx="1399985" cy="23429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399985" cy="234298"/>
              </a:xfrm>
              <a:custGeom>
                <a:avLst/>
                <a:gdLst/>
                <a:ahLst/>
                <a:cxnLst/>
                <a:rect l="l" t="t" r="r" b="b"/>
                <a:pathLst>
                  <a:path w="1399985" h="234298">
                    <a:moveTo>
                      <a:pt x="0" y="0"/>
                    </a:moveTo>
                    <a:lnTo>
                      <a:pt x="1399985" y="0"/>
                    </a:lnTo>
                    <a:lnTo>
                      <a:pt x="1399985" y="234298"/>
                    </a:lnTo>
                    <a:lnTo>
                      <a:pt x="0" y="234298"/>
                    </a:lnTo>
                    <a:close/>
                  </a:path>
                </a:pathLst>
              </a:custGeom>
              <a:solidFill>
                <a:srgbClr val="93B1B2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1399985" cy="2819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853125" y="207326"/>
              <a:ext cx="4711326" cy="68258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 dirty="0">
                  <a:solidFill>
                    <a:srgbClr val="000000"/>
                  </a:solidFill>
                  <a:latin typeface="Garamond Bold" panose="02020804030307010803"/>
                  <a:ea typeface="Garamond Bold" panose="02020804030307010803"/>
                  <a:cs typeface="Garamond Bold" panose="02020804030307010803"/>
                  <a:sym typeface="Garamond Bold" panose="02020804030307010803"/>
                </a:rPr>
                <a:t>Scalable Tech Stack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72933" y="1974498"/>
              <a:ext cx="4978413" cy="68258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 dirty="0">
                  <a:solidFill>
                    <a:srgbClr val="000000"/>
                  </a:solidFill>
                  <a:latin typeface="Garamond Bold" panose="02020804030307010803"/>
                  <a:ea typeface="Garamond Bold" panose="02020804030307010803"/>
                  <a:cs typeface="Garamond Bold" panose="02020804030307010803"/>
                  <a:sym typeface="Garamond Bold" panose="02020804030307010803"/>
                </a:rPr>
                <a:t>Rapid Development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63544" y="3767173"/>
              <a:ext cx="4160950" cy="68258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 dirty="0">
                  <a:solidFill>
                    <a:srgbClr val="000000"/>
                  </a:solidFill>
                  <a:latin typeface="Garamond Bold" panose="02020804030307010803"/>
                  <a:ea typeface="Garamond Bold" panose="02020804030307010803"/>
                  <a:cs typeface="Garamond Bold" panose="02020804030307010803"/>
                  <a:sym typeface="Garamond Bold" panose="02020804030307010803"/>
                </a:rPr>
                <a:t>Easy Integration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4473" y="5577239"/>
              <a:ext cx="4839089" cy="68258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 dirty="0">
                  <a:solidFill>
                    <a:srgbClr val="000000"/>
                  </a:solidFill>
                  <a:latin typeface="Garamond Bold" panose="02020804030307010803"/>
                  <a:ea typeface="Garamond Bold" panose="02020804030307010803"/>
                  <a:cs typeface="Garamond Bold" panose="02020804030307010803"/>
                  <a:sym typeface="Garamond Bold" panose="02020804030307010803"/>
                </a:rPr>
                <a:t>Secure And Private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452893" y="4340058"/>
            <a:ext cx="5315569" cy="889600"/>
            <a:chOff x="0" y="0"/>
            <a:chExt cx="1399985" cy="23429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399985" cy="234298"/>
            </a:xfrm>
            <a:custGeom>
              <a:avLst/>
              <a:gdLst/>
              <a:ahLst/>
              <a:cxnLst/>
              <a:rect l="l" t="t" r="r" b="b"/>
              <a:pathLst>
                <a:path w="1399985" h="234298">
                  <a:moveTo>
                    <a:pt x="0" y="0"/>
                  </a:moveTo>
                  <a:lnTo>
                    <a:pt x="1399985" y="0"/>
                  </a:lnTo>
                  <a:lnTo>
                    <a:pt x="1399985" y="234298"/>
                  </a:lnTo>
                  <a:lnTo>
                    <a:pt x="0" y="234298"/>
                  </a:lnTo>
                  <a:close/>
                </a:path>
              </a:pathLst>
            </a:custGeom>
            <a:solidFill>
              <a:srgbClr val="93B1B2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1399985" cy="281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452893" y="5682938"/>
            <a:ext cx="5315569" cy="889600"/>
            <a:chOff x="0" y="0"/>
            <a:chExt cx="1399985" cy="23429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399985" cy="234298"/>
            </a:xfrm>
            <a:custGeom>
              <a:avLst/>
              <a:gdLst/>
              <a:ahLst/>
              <a:cxnLst/>
              <a:rect l="l" t="t" r="r" b="b"/>
              <a:pathLst>
                <a:path w="1399985" h="234298">
                  <a:moveTo>
                    <a:pt x="0" y="0"/>
                  </a:moveTo>
                  <a:lnTo>
                    <a:pt x="1399985" y="0"/>
                  </a:lnTo>
                  <a:lnTo>
                    <a:pt x="1399985" y="234298"/>
                  </a:lnTo>
                  <a:lnTo>
                    <a:pt x="0" y="234298"/>
                  </a:lnTo>
                  <a:close/>
                </a:path>
              </a:pathLst>
            </a:custGeom>
            <a:solidFill>
              <a:srgbClr val="93B1B2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1399985" cy="281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452893" y="7025819"/>
            <a:ext cx="5315569" cy="889600"/>
            <a:chOff x="0" y="0"/>
            <a:chExt cx="1399985" cy="23429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399985" cy="234298"/>
            </a:xfrm>
            <a:custGeom>
              <a:avLst/>
              <a:gdLst/>
              <a:ahLst/>
              <a:cxnLst/>
              <a:rect l="l" t="t" r="r" b="b"/>
              <a:pathLst>
                <a:path w="1399985" h="234298">
                  <a:moveTo>
                    <a:pt x="0" y="0"/>
                  </a:moveTo>
                  <a:lnTo>
                    <a:pt x="1399985" y="0"/>
                  </a:lnTo>
                  <a:lnTo>
                    <a:pt x="1399985" y="234298"/>
                  </a:lnTo>
                  <a:lnTo>
                    <a:pt x="0" y="234298"/>
                  </a:lnTo>
                  <a:close/>
                </a:path>
              </a:pathLst>
            </a:custGeom>
            <a:solidFill>
              <a:srgbClr val="93B1B2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1399985" cy="281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452893" y="8368700"/>
            <a:ext cx="5315569" cy="889600"/>
            <a:chOff x="0" y="0"/>
            <a:chExt cx="1399985" cy="23429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399985" cy="234298"/>
            </a:xfrm>
            <a:custGeom>
              <a:avLst/>
              <a:gdLst/>
              <a:ahLst/>
              <a:cxnLst/>
              <a:rect l="l" t="t" r="r" b="b"/>
              <a:pathLst>
                <a:path w="1399985" h="234298">
                  <a:moveTo>
                    <a:pt x="0" y="0"/>
                  </a:moveTo>
                  <a:lnTo>
                    <a:pt x="1399985" y="0"/>
                  </a:lnTo>
                  <a:lnTo>
                    <a:pt x="1399985" y="234298"/>
                  </a:lnTo>
                  <a:lnTo>
                    <a:pt x="0" y="234298"/>
                  </a:lnTo>
                  <a:close/>
                </a:path>
              </a:pathLst>
            </a:custGeom>
            <a:solidFill>
              <a:srgbClr val="93B1B2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1399985" cy="281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7194656" y="4494345"/>
            <a:ext cx="383204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Garamond Bold" panose="02020804030307010803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Critical National Need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372020" y="5837226"/>
            <a:ext cx="358695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Garamond Bold" panose="02020804030307010803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High User Adoption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452893" y="7180107"/>
            <a:ext cx="531556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Garamond Bold" panose="02020804030307010803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Diverse Revenue System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452893" y="8522987"/>
            <a:ext cx="531556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Garamond Bold" panose="02020804030307010803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Data Driven Growth</a:t>
            </a:r>
          </a:p>
        </p:txBody>
      </p:sp>
      <p:sp>
        <p:nvSpPr>
          <p:cNvPr id="47" name="AutoShape 47"/>
          <p:cNvSpPr/>
          <p:nvPr/>
        </p:nvSpPr>
        <p:spPr>
          <a:xfrm flipV="1">
            <a:off x="12116125" y="2862897"/>
            <a:ext cx="0" cy="6863092"/>
          </a:xfrm>
          <a:prstGeom prst="line">
            <a:avLst/>
          </a:prstGeom>
          <a:ln w="47625" cap="flat">
            <a:solidFill>
              <a:srgbClr val="FDFDF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8" name="Group 48"/>
          <p:cNvGrpSpPr/>
          <p:nvPr/>
        </p:nvGrpSpPr>
        <p:grpSpPr>
          <a:xfrm>
            <a:off x="12463787" y="4340058"/>
            <a:ext cx="5315569" cy="4918242"/>
            <a:chOff x="0" y="0"/>
            <a:chExt cx="7087425" cy="6557656"/>
          </a:xfrm>
        </p:grpSpPr>
        <p:grpSp>
          <p:nvGrpSpPr>
            <p:cNvPr id="49" name="Group 49"/>
            <p:cNvGrpSpPr/>
            <p:nvPr/>
          </p:nvGrpSpPr>
          <p:grpSpPr>
            <a:xfrm>
              <a:off x="0" y="0"/>
              <a:ext cx="7087425" cy="1186133"/>
              <a:chOff x="0" y="0"/>
              <a:chExt cx="1399985" cy="234298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1399985" cy="234298"/>
              </a:xfrm>
              <a:custGeom>
                <a:avLst/>
                <a:gdLst/>
                <a:ahLst/>
                <a:cxnLst/>
                <a:rect l="l" t="t" r="r" b="b"/>
                <a:pathLst>
                  <a:path w="1399985" h="234298">
                    <a:moveTo>
                      <a:pt x="0" y="0"/>
                    </a:moveTo>
                    <a:lnTo>
                      <a:pt x="1399985" y="0"/>
                    </a:lnTo>
                    <a:lnTo>
                      <a:pt x="1399985" y="234298"/>
                    </a:lnTo>
                    <a:lnTo>
                      <a:pt x="0" y="234298"/>
                    </a:lnTo>
                    <a:close/>
                  </a:path>
                </a:pathLst>
              </a:custGeom>
              <a:solidFill>
                <a:srgbClr val="93B1B2"/>
              </a:solidFill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0" y="-47625"/>
                <a:ext cx="1399985" cy="2819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0" y="1790508"/>
              <a:ext cx="7087425" cy="1186133"/>
              <a:chOff x="0" y="0"/>
              <a:chExt cx="1399985" cy="234298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1399985" cy="234298"/>
              </a:xfrm>
              <a:custGeom>
                <a:avLst/>
                <a:gdLst/>
                <a:ahLst/>
                <a:cxnLst/>
                <a:rect l="l" t="t" r="r" b="b"/>
                <a:pathLst>
                  <a:path w="1399985" h="234298">
                    <a:moveTo>
                      <a:pt x="0" y="0"/>
                    </a:moveTo>
                    <a:lnTo>
                      <a:pt x="1399985" y="0"/>
                    </a:lnTo>
                    <a:lnTo>
                      <a:pt x="1399985" y="234298"/>
                    </a:lnTo>
                    <a:lnTo>
                      <a:pt x="0" y="234298"/>
                    </a:lnTo>
                    <a:close/>
                  </a:path>
                </a:pathLst>
              </a:custGeom>
              <a:solidFill>
                <a:srgbClr val="93B1B2"/>
              </a:solidFill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0" y="-47625"/>
                <a:ext cx="1399985" cy="2819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0" y="3581015"/>
              <a:ext cx="7087425" cy="1186133"/>
              <a:chOff x="0" y="0"/>
              <a:chExt cx="1399985" cy="234298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1399985" cy="234298"/>
              </a:xfrm>
              <a:custGeom>
                <a:avLst/>
                <a:gdLst/>
                <a:ahLst/>
                <a:cxnLst/>
                <a:rect l="l" t="t" r="r" b="b"/>
                <a:pathLst>
                  <a:path w="1399985" h="234298">
                    <a:moveTo>
                      <a:pt x="0" y="0"/>
                    </a:moveTo>
                    <a:lnTo>
                      <a:pt x="1399985" y="0"/>
                    </a:lnTo>
                    <a:lnTo>
                      <a:pt x="1399985" y="234298"/>
                    </a:lnTo>
                    <a:lnTo>
                      <a:pt x="0" y="234298"/>
                    </a:lnTo>
                    <a:close/>
                  </a:path>
                </a:pathLst>
              </a:custGeom>
              <a:solidFill>
                <a:srgbClr val="93B1B2"/>
              </a:solidFill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0" y="-47625"/>
                <a:ext cx="1399985" cy="2819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0" y="5371523"/>
              <a:ext cx="7087425" cy="1186133"/>
              <a:chOff x="0" y="0"/>
              <a:chExt cx="1399985" cy="234298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1399985" cy="234298"/>
              </a:xfrm>
              <a:custGeom>
                <a:avLst/>
                <a:gdLst/>
                <a:ahLst/>
                <a:cxnLst/>
                <a:rect l="l" t="t" r="r" b="b"/>
                <a:pathLst>
                  <a:path w="1399985" h="234298">
                    <a:moveTo>
                      <a:pt x="0" y="0"/>
                    </a:moveTo>
                    <a:lnTo>
                      <a:pt x="1399985" y="0"/>
                    </a:lnTo>
                    <a:lnTo>
                      <a:pt x="1399985" y="234298"/>
                    </a:lnTo>
                    <a:lnTo>
                      <a:pt x="0" y="234298"/>
                    </a:lnTo>
                    <a:close/>
                  </a:path>
                </a:pathLst>
              </a:custGeom>
              <a:solidFill>
                <a:srgbClr val="93B1B2"/>
              </a:solidFill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0" y="-47625"/>
                <a:ext cx="1399985" cy="2819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/>
              </a:p>
            </p:txBody>
          </p:sp>
        </p:grpSp>
        <p:sp>
          <p:nvSpPr>
            <p:cNvPr id="61" name="TextBox 61"/>
            <p:cNvSpPr txBox="1"/>
            <p:nvPr/>
          </p:nvSpPr>
          <p:spPr>
            <a:xfrm>
              <a:off x="0" y="225232"/>
              <a:ext cx="7087425" cy="6635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000000"/>
                  </a:solidFill>
                  <a:latin typeface="Garamond Bold" panose="02020804030307010803"/>
                  <a:ea typeface="Garamond Bold" panose="02020804030307010803"/>
                  <a:cs typeface="Garamond Bold" panose="02020804030307010803"/>
                  <a:sym typeface="Garamond Bold" panose="02020804030307010803"/>
                </a:rPr>
                <a:t>Pilot Program to State Rollout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2018449"/>
              <a:ext cx="7087425" cy="6635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000000"/>
                  </a:solidFill>
                  <a:latin typeface="Garamond Bold" panose="02020804030307010803"/>
                  <a:ea typeface="Garamond Bold" panose="02020804030307010803"/>
                  <a:cs typeface="Garamond Bold" panose="02020804030307010803"/>
                  <a:sym typeface="Garamond Bold" panose="02020804030307010803"/>
                </a:rPr>
                <a:t>AI-Powered Personalization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3808957"/>
              <a:ext cx="7087425" cy="6635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000000"/>
                  </a:solidFill>
                  <a:latin typeface="Garamond Bold" panose="02020804030307010803"/>
                  <a:ea typeface="Garamond Bold" panose="02020804030307010803"/>
                  <a:cs typeface="Garamond Bold" panose="02020804030307010803"/>
                  <a:sym typeface="Garamond Bold" panose="02020804030307010803"/>
                </a:rPr>
                <a:t>Integration with NGO Portals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5599465"/>
              <a:ext cx="7087425" cy="6635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000000"/>
                  </a:solidFill>
                  <a:latin typeface="Garamond Bold" panose="02020804030307010803"/>
                  <a:ea typeface="Garamond Bold" panose="02020804030307010803"/>
                  <a:cs typeface="Garamond Bold" panose="02020804030307010803"/>
                  <a:sym typeface="Garamond Bold" panose="02020804030307010803"/>
                </a:rPr>
                <a:t>Creating a Campus Alert System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1503663" y="2508683"/>
            <a:ext cx="2741045" cy="78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440"/>
              </a:lnSpc>
              <a:spcBef>
                <a:spcPct val="0"/>
              </a:spcBef>
            </a:pPr>
            <a:r>
              <a:rPr lang="en-US" sz="4600" b="1" u="none" strike="noStrike" dirty="0">
                <a:solidFill>
                  <a:srgbClr val="000000"/>
                </a:solidFill>
                <a:latin typeface="Garamond Bold" panose="02020804030307010803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Feasibility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721255" y="2533125"/>
            <a:ext cx="2351077" cy="1601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440"/>
              </a:lnSpc>
              <a:spcBef>
                <a:spcPct val="0"/>
              </a:spcBef>
            </a:pPr>
            <a:r>
              <a:rPr lang="en-US" sz="4600" b="1" dirty="0">
                <a:solidFill>
                  <a:srgbClr val="000000"/>
                </a:solidFill>
                <a:latin typeface="Garamond Bold" panose="02020804030307010803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Viability</a:t>
            </a:r>
          </a:p>
          <a:p>
            <a:pPr marL="0" lvl="0" indent="0" algn="ctr">
              <a:lnSpc>
                <a:spcPts val="6440"/>
              </a:lnSpc>
              <a:spcBef>
                <a:spcPct val="0"/>
              </a:spcBef>
            </a:pPr>
            <a:endParaRPr lang="en-US" sz="4600" b="1" dirty="0">
              <a:solidFill>
                <a:srgbClr val="000000"/>
              </a:solidFill>
              <a:latin typeface="Garamond Bold" panose="02020804030307010803"/>
              <a:ea typeface="Garamond Bold" panose="02020804030307010803"/>
              <a:cs typeface="Garamond Bold" panose="02020804030307010803"/>
              <a:sym typeface="Garamond Bold" panose="02020804030307010803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13598522" y="2523322"/>
            <a:ext cx="2994810" cy="78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440"/>
              </a:lnSpc>
              <a:spcBef>
                <a:spcPct val="0"/>
              </a:spcBef>
            </a:pPr>
            <a:r>
              <a:rPr lang="en-US" sz="4600" b="1" dirty="0">
                <a:solidFill>
                  <a:srgbClr val="000000"/>
                </a:solidFill>
                <a:latin typeface="Garamond Bold" panose="02020804030307010803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Scalability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241682" y="3185983"/>
            <a:ext cx="3393093" cy="5309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Garamond Bold" panose="02020804030307010803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(Can we build it?)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7354267" y="3186356"/>
            <a:ext cx="3085055" cy="530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Garamond Bold" panose="02020804030307010803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(Will it Succeed?</a:t>
            </a:r>
            <a:r>
              <a:rPr lang="en-IN" altLang="en-US" sz="3000" b="1" dirty="0">
                <a:solidFill>
                  <a:srgbClr val="000000"/>
                </a:solidFill>
                <a:latin typeface="Garamond Bold" panose="02020804030307010803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)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3223658" y="3185983"/>
            <a:ext cx="3744538" cy="1050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Garamond Bold" panose="02020804030307010803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(How will it grow?)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b="1" dirty="0">
              <a:solidFill>
                <a:srgbClr val="000000"/>
              </a:solidFill>
              <a:latin typeface="Garamond Bold" panose="02020804030307010803"/>
              <a:ea typeface="Garamond Bold" panose="02020804030307010803"/>
              <a:cs typeface="Garamond Bold" panose="02020804030307010803"/>
              <a:sym typeface="Garamond Bold" panose="020208040303070108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5270" y="223838"/>
            <a:ext cx="2618918" cy="1248727"/>
            <a:chOff x="0" y="0"/>
            <a:chExt cx="3491890" cy="1664970"/>
          </a:xfrm>
        </p:grpSpPr>
        <p:sp>
          <p:nvSpPr>
            <p:cNvPr id="3" name="Freeform 3" descr="Your startup LOGO"/>
            <p:cNvSpPr/>
            <p:nvPr/>
          </p:nvSpPr>
          <p:spPr>
            <a:xfrm>
              <a:off x="30564" y="25400"/>
              <a:ext cx="3430763" cy="1614170"/>
            </a:xfrm>
            <a:custGeom>
              <a:avLst/>
              <a:gdLst/>
              <a:ahLst/>
              <a:cxnLst/>
              <a:rect l="l" t="t" r="r" b="b"/>
              <a:pathLst>
                <a:path w="3430763" h="1614170">
                  <a:moveTo>
                    <a:pt x="0" y="807085"/>
                  </a:moveTo>
                  <a:cubicBezTo>
                    <a:pt x="0" y="361315"/>
                    <a:pt x="768063" y="0"/>
                    <a:pt x="1715381" y="0"/>
                  </a:cubicBezTo>
                  <a:cubicBezTo>
                    <a:pt x="2662700" y="0"/>
                    <a:pt x="3430763" y="361315"/>
                    <a:pt x="3430763" y="807085"/>
                  </a:cubicBezTo>
                  <a:cubicBezTo>
                    <a:pt x="3430763" y="1252855"/>
                    <a:pt x="2662700" y="1614170"/>
                    <a:pt x="1715381" y="1614170"/>
                  </a:cubicBezTo>
                  <a:cubicBezTo>
                    <a:pt x="768062" y="1614170"/>
                    <a:pt x="0" y="1252855"/>
                    <a:pt x="0" y="8070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 descr="Your startup LOGO"/>
            <p:cNvSpPr/>
            <p:nvPr/>
          </p:nvSpPr>
          <p:spPr>
            <a:xfrm>
              <a:off x="0" y="0"/>
              <a:ext cx="3491890" cy="1664970"/>
            </a:xfrm>
            <a:custGeom>
              <a:avLst/>
              <a:gdLst/>
              <a:ahLst/>
              <a:cxnLst/>
              <a:rect l="l" t="t" r="r" b="b"/>
              <a:pathLst>
                <a:path w="3491890" h="1664970">
                  <a:moveTo>
                    <a:pt x="0" y="832485"/>
                  </a:moveTo>
                  <a:cubicBezTo>
                    <a:pt x="0" y="361696"/>
                    <a:pt x="799238" y="0"/>
                    <a:pt x="1745945" y="0"/>
                  </a:cubicBezTo>
                  <a:cubicBezTo>
                    <a:pt x="2692652" y="0"/>
                    <a:pt x="3491890" y="361696"/>
                    <a:pt x="3491890" y="832485"/>
                  </a:cubicBezTo>
                  <a:lnTo>
                    <a:pt x="3461327" y="832485"/>
                  </a:lnTo>
                  <a:lnTo>
                    <a:pt x="3491890" y="832485"/>
                  </a:lnTo>
                  <a:cubicBezTo>
                    <a:pt x="3491890" y="1303274"/>
                    <a:pt x="2692652" y="1664970"/>
                    <a:pt x="1745945" y="1664970"/>
                  </a:cubicBezTo>
                  <a:lnTo>
                    <a:pt x="1745945" y="1639570"/>
                  </a:lnTo>
                  <a:lnTo>
                    <a:pt x="1745945" y="1664970"/>
                  </a:lnTo>
                  <a:cubicBezTo>
                    <a:pt x="799238" y="1664970"/>
                    <a:pt x="0" y="1303274"/>
                    <a:pt x="0" y="832485"/>
                  </a:cubicBezTo>
                  <a:lnTo>
                    <a:pt x="30564" y="832485"/>
                  </a:lnTo>
                  <a:lnTo>
                    <a:pt x="61127" y="832485"/>
                  </a:lnTo>
                  <a:lnTo>
                    <a:pt x="30564" y="832485"/>
                  </a:lnTo>
                  <a:lnTo>
                    <a:pt x="0" y="832485"/>
                  </a:lnTo>
                  <a:moveTo>
                    <a:pt x="61127" y="832485"/>
                  </a:moveTo>
                  <a:cubicBezTo>
                    <a:pt x="61127" y="846455"/>
                    <a:pt x="47374" y="857885"/>
                    <a:pt x="30564" y="857885"/>
                  </a:cubicBezTo>
                  <a:cubicBezTo>
                    <a:pt x="13754" y="857885"/>
                    <a:pt x="0" y="846455"/>
                    <a:pt x="0" y="832485"/>
                  </a:cubicBezTo>
                  <a:cubicBezTo>
                    <a:pt x="0" y="818515"/>
                    <a:pt x="13754" y="807085"/>
                    <a:pt x="30564" y="807085"/>
                  </a:cubicBezTo>
                  <a:cubicBezTo>
                    <a:pt x="47374" y="807085"/>
                    <a:pt x="61127" y="818515"/>
                    <a:pt x="61127" y="832485"/>
                  </a:cubicBezTo>
                  <a:cubicBezTo>
                    <a:pt x="61127" y="1253109"/>
                    <a:pt x="798015" y="1614170"/>
                    <a:pt x="1745945" y="1614170"/>
                  </a:cubicBezTo>
                  <a:cubicBezTo>
                    <a:pt x="2693875" y="1614170"/>
                    <a:pt x="3430763" y="1253109"/>
                    <a:pt x="3430763" y="832485"/>
                  </a:cubicBezTo>
                  <a:cubicBezTo>
                    <a:pt x="3430763" y="411861"/>
                    <a:pt x="2693875" y="50800"/>
                    <a:pt x="1745945" y="50800"/>
                  </a:cubicBezTo>
                  <a:lnTo>
                    <a:pt x="1745945" y="25400"/>
                  </a:lnTo>
                  <a:lnTo>
                    <a:pt x="1745945" y="50800"/>
                  </a:lnTo>
                  <a:cubicBezTo>
                    <a:pt x="798015" y="50800"/>
                    <a:pt x="61127" y="411861"/>
                    <a:pt x="61127" y="83248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3491890" cy="1664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800" b="1">
                  <a:solidFill>
                    <a:srgbClr val="000000"/>
                  </a:solidFill>
                  <a:latin typeface="Garamond Bold" panose="02020804030307010803"/>
                  <a:ea typeface="Garamond Bold" panose="02020804030307010803"/>
                  <a:cs typeface="Garamond Bold" panose="02020804030307010803"/>
                  <a:sym typeface="Garamond Bold" panose="02020804030307010803"/>
                </a:rPr>
                <a:t>Tech Legend</a:t>
              </a:r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4762049" y="85645"/>
            <a:ext cx="3313680" cy="1684302"/>
            <a:chOff x="0" y="0"/>
            <a:chExt cx="4418240" cy="2245736"/>
          </a:xfrm>
        </p:grpSpPr>
        <p:sp>
          <p:nvSpPr>
            <p:cNvPr id="7" name="Freeform 7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6081418" y="-650522"/>
            <a:ext cx="6252730" cy="2501092"/>
          </a:xfrm>
          <a:custGeom>
            <a:avLst/>
            <a:gdLst/>
            <a:ahLst/>
            <a:cxnLst/>
            <a:rect l="l" t="t" r="r" b="b"/>
            <a:pathLst>
              <a:path w="6252730" h="2501092">
                <a:moveTo>
                  <a:pt x="0" y="0"/>
                </a:moveTo>
                <a:lnTo>
                  <a:pt x="6252730" y="0"/>
                </a:lnTo>
                <a:lnTo>
                  <a:pt x="6252730" y="2501092"/>
                </a:lnTo>
                <a:lnTo>
                  <a:pt x="0" y="25010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233770" y="2363308"/>
            <a:ext cx="17820459" cy="7985114"/>
            <a:chOff x="0" y="0"/>
            <a:chExt cx="4693454" cy="21030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693454" cy="2103075"/>
            </a:xfrm>
            <a:custGeom>
              <a:avLst/>
              <a:gdLst/>
              <a:ahLst/>
              <a:cxnLst/>
              <a:rect l="l" t="t" r="r" b="b"/>
              <a:pathLst>
                <a:path w="4693454" h="2103075">
                  <a:moveTo>
                    <a:pt x="0" y="0"/>
                  </a:moveTo>
                  <a:lnTo>
                    <a:pt x="4693454" y="0"/>
                  </a:lnTo>
                  <a:lnTo>
                    <a:pt x="4693454" y="2103075"/>
                  </a:lnTo>
                  <a:lnTo>
                    <a:pt x="0" y="2103075"/>
                  </a:ln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693454" cy="2141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 flipH="1" flipV="1">
            <a:off x="9231596" y="2862897"/>
            <a:ext cx="0" cy="6863092"/>
          </a:xfrm>
          <a:prstGeom prst="line">
            <a:avLst/>
          </a:prstGeom>
          <a:ln w="47625" cap="flat">
            <a:solidFill>
              <a:srgbClr val="FDFDF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960963" y="3347136"/>
            <a:ext cx="4698177" cy="1550398"/>
            <a:chOff x="0" y="0"/>
            <a:chExt cx="6264235" cy="2067198"/>
          </a:xfrm>
        </p:grpSpPr>
        <p:sp>
          <p:nvSpPr>
            <p:cNvPr id="14" name="Freeform 14"/>
            <p:cNvSpPr/>
            <p:nvPr/>
          </p:nvSpPr>
          <p:spPr>
            <a:xfrm rot="-10800000">
              <a:off x="0" y="0"/>
              <a:ext cx="6264235" cy="2067198"/>
            </a:xfrm>
            <a:custGeom>
              <a:avLst/>
              <a:gdLst/>
              <a:ahLst/>
              <a:cxnLst/>
              <a:rect l="l" t="t" r="r" b="b"/>
              <a:pathLst>
                <a:path w="6264235" h="2067198">
                  <a:moveTo>
                    <a:pt x="0" y="0"/>
                  </a:moveTo>
                  <a:lnTo>
                    <a:pt x="6264235" y="0"/>
                  </a:lnTo>
                  <a:lnTo>
                    <a:pt x="6264235" y="2067198"/>
                  </a:lnTo>
                  <a:lnTo>
                    <a:pt x="0" y="2067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5" name="Group 15"/>
            <p:cNvGrpSpPr/>
            <p:nvPr/>
          </p:nvGrpSpPr>
          <p:grpSpPr>
            <a:xfrm>
              <a:off x="288825" y="273965"/>
              <a:ext cx="1767875" cy="1519267"/>
              <a:chOff x="0" y="0"/>
              <a:chExt cx="812800" cy="6985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6985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14300" y="-47625"/>
                <a:ext cx="5842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/>
              </a:p>
            </p:txBody>
          </p:sp>
        </p:grpSp>
        <p:sp>
          <p:nvSpPr>
            <p:cNvPr id="18" name="Freeform 18"/>
            <p:cNvSpPr/>
            <p:nvPr/>
          </p:nvSpPr>
          <p:spPr>
            <a:xfrm>
              <a:off x="681193" y="534773"/>
              <a:ext cx="983140" cy="997651"/>
            </a:xfrm>
            <a:custGeom>
              <a:avLst/>
              <a:gdLst/>
              <a:ahLst/>
              <a:cxnLst/>
              <a:rect l="l" t="t" r="r" b="b"/>
              <a:pathLst>
                <a:path w="983140" h="997651">
                  <a:moveTo>
                    <a:pt x="0" y="0"/>
                  </a:moveTo>
                  <a:lnTo>
                    <a:pt x="983139" y="0"/>
                  </a:lnTo>
                  <a:lnTo>
                    <a:pt x="983139" y="997651"/>
                  </a:lnTo>
                  <a:lnTo>
                    <a:pt x="0" y="997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2323233" y="414459"/>
              <a:ext cx="3568771" cy="13028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60"/>
                </a:lnSpc>
              </a:pPr>
              <a:r>
                <a:rPr lang="en-US" sz="2830" b="1">
                  <a:solidFill>
                    <a:srgbClr val="FFFFFF"/>
                  </a:solidFill>
                  <a:latin typeface="Garamond Bold" panose="02020804030307010803"/>
                  <a:ea typeface="Garamond Bold" panose="02020804030307010803"/>
                  <a:cs typeface="Garamond Bold" panose="02020804030307010803"/>
                  <a:sym typeface="Garamond Bold" panose="02020804030307010803"/>
                </a:rPr>
                <a:t>70% increased</a:t>
              </a:r>
            </a:p>
            <a:p>
              <a:pPr algn="l">
                <a:lnSpc>
                  <a:spcPts val="3960"/>
                </a:lnSpc>
              </a:pPr>
              <a:r>
                <a:rPr lang="en-US" sz="2830" b="1">
                  <a:solidFill>
                    <a:srgbClr val="FFFFFF"/>
                  </a:solidFill>
                  <a:latin typeface="Garamond Bold" panose="02020804030307010803"/>
                  <a:ea typeface="Garamond Bold" panose="02020804030307010803"/>
                  <a:cs typeface="Garamond Bold" panose="02020804030307010803"/>
                  <a:sym typeface="Garamond Bold" panose="02020804030307010803"/>
                </a:rPr>
                <a:t> Engagement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3590707" y="5038630"/>
            <a:ext cx="4981422" cy="1643869"/>
          </a:xfrm>
          <a:custGeom>
            <a:avLst/>
            <a:gdLst/>
            <a:ahLst/>
            <a:cxnLst/>
            <a:rect l="l" t="t" r="r" b="b"/>
            <a:pathLst>
              <a:path w="4981422" h="1643869">
                <a:moveTo>
                  <a:pt x="0" y="0"/>
                </a:moveTo>
                <a:lnTo>
                  <a:pt x="4981422" y="0"/>
                </a:lnTo>
                <a:lnTo>
                  <a:pt x="4981422" y="1643869"/>
                </a:lnTo>
                <a:lnTo>
                  <a:pt x="0" y="16438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 rot="-10800000">
            <a:off x="6936608" y="5256492"/>
            <a:ext cx="1405843" cy="1208146"/>
            <a:chOff x="0" y="0"/>
            <a:chExt cx="812800" cy="6985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 rot="-10800000">
            <a:off x="677718" y="6730124"/>
            <a:ext cx="4981422" cy="1643869"/>
          </a:xfrm>
          <a:custGeom>
            <a:avLst/>
            <a:gdLst/>
            <a:ahLst/>
            <a:cxnLst/>
            <a:rect l="l" t="t" r="r" b="b"/>
            <a:pathLst>
              <a:path w="4981422" h="1643869">
                <a:moveTo>
                  <a:pt x="0" y="0"/>
                </a:moveTo>
                <a:lnTo>
                  <a:pt x="4981422" y="0"/>
                </a:lnTo>
                <a:lnTo>
                  <a:pt x="4981422" y="1643869"/>
                </a:lnTo>
                <a:lnTo>
                  <a:pt x="0" y="16438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907396" y="6947986"/>
            <a:ext cx="1405843" cy="1208146"/>
            <a:chOff x="0" y="0"/>
            <a:chExt cx="812800" cy="6985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7234781" y="5466119"/>
            <a:ext cx="809497" cy="788892"/>
          </a:xfrm>
          <a:custGeom>
            <a:avLst/>
            <a:gdLst/>
            <a:ahLst/>
            <a:cxnLst/>
            <a:rect l="l" t="t" r="r" b="b"/>
            <a:pathLst>
              <a:path w="809497" h="788892">
                <a:moveTo>
                  <a:pt x="0" y="0"/>
                </a:moveTo>
                <a:lnTo>
                  <a:pt x="809497" y="0"/>
                </a:lnTo>
                <a:lnTo>
                  <a:pt x="809497" y="788891"/>
                </a:lnTo>
                <a:lnTo>
                  <a:pt x="0" y="7888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3590707" y="8421618"/>
            <a:ext cx="4981422" cy="1643869"/>
          </a:xfrm>
          <a:custGeom>
            <a:avLst/>
            <a:gdLst/>
            <a:ahLst/>
            <a:cxnLst/>
            <a:rect l="l" t="t" r="r" b="b"/>
            <a:pathLst>
              <a:path w="4981422" h="1643869">
                <a:moveTo>
                  <a:pt x="0" y="0"/>
                </a:moveTo>
                <a:lnTo>
                  <a:pt x="4981422" y="0"/>
                </a:lnTo>
                <a:lnTo>
                  <a:pt x="4981422" y="1643870"/>
                </a:lnTo>
                <a:lnTo>
                  <a:pt x="0" y="16438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30" name="Group 30"/>
          <p:cNvGrpSpPr/>
          <p:nvPr/>
        </p:nvGrpSpPr>
        <p:grpSpPr>
          <a:xfrm rot="-10800000">
            <a:off x="6936608" y="8639480"/>
            <a:ext cx="1405843" cy="1208146"/>
            <a:chOff x="0" y="0"/>
            <a:chExt cx="812800" cy="6985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>
          <a:xfrm>
            <a:off x="1222333" y="7191843"/>
            <a:ext cx="775969" cy="714862"/>
          </a:xfrm>
          <a:custGeom>
            <a:avLst/>
            <a:gdLst/>
            <a:ahLst/>
            <a:cxnLst/>
            <a:rect l="l" t="t" r="r" b="b"/>
            <a:pathLst>
              <a:path w="775969" h="714862">
                <a:moveTo>
                  <a:pt x="0" y="0"/>
                </a:moveTo>
                <a:lnTo>
                  <a:pt x="775970" y="0"/>
                </a:lnTo>
                <a:lnTo>
                  <a:pt x="775970" y="714862"/>
                </a:lnTo>
                <a:lnTo>
                  <a:pt x="0" y="7148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 rot="-10800000">
            <a:off x="9780627" y="3394761"/>
            <a:ext cx="4981422" cy="1643869"/>
          </a:xfrm>
          <a:custGeom>
            <a:avLst/>
            <a:gdLst/>
            <a:ahLst/>
            <a:cxnLst/>
            <a:rect l="l" t="t" r="r" b="b"/>
            <a:pathLst>
              <a:path w="4981422" h="1643869">
                <a:moveTo>
                  <a:pt x="0" y="0"/>
                </a:moveTo>
                <a:lnTo>
                  <a:pt x="4981422" y="0"/>
                </a:lnTo>
                <a:lnTo>
                  <a:pt x="4981422" y="1643869"/>
                </a:lnTo>
                <a:lnTo>
                  <a:pt x="0" y="16438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9980387" y="3564997"/>
            <a:ext cx="1405843" cy="1208146"/>
            <a:chOff x="0" y="0"/>
            <a:chExt cx="812800" cy="6985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12817768" y="5038630"/>
            <a:ext cx="4981422" cy="1643869"/>
          </a:xfrm>
          <a:custGeom>
            <a:avLst/>
            <a:gdLst/>
            <a:ahLst/>
            <a:cxnLst/>
            <a:rect l="l" t="t" r="r" b="b"/>
            <a:pathLst>
              <a:path w="4981422" h="1643869">
                <a:moveTo>
                  <a:pt x="0" y="0"/>
                </a:moveTo>
                <a:lnTo>
                  <a:pt x="4981422" y="0"/>
                </a:lnTo>
                <a:lnTo>
                  <a:pt x="4981422" y="1643869"/>
                </a:lnTo>
                <a:lnTo>
                  <a:pt x="0" y="16438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39" name="Group 39"/>
          <p:cNvGrpSpPr/>
          <p:nvPr/>
        </p:nvGrpSpPr>
        <p:grpSpPr>
          <a:xfrm rot="-10800000">
            <a:off x="16163668" y="5256492"/>
            <a:ext cx="1405843" cy="1208146"/>
            <a:chOff x="0" y="0"/>
            <a:chExt cx="812800" cy="6985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42" name="Freeform 42"/>
          <p:cNvSpPr/>
          <p:nvPr/>
        </p:nvSpPr>
        <p:spPr>
          <a:xfrm rot="-10800000">
            <a:off x="9904779" y="6730124"/>
            <a:ext cx="4981422" cy="1643869"/>
          </a:xfrm>
          <a:custGeom>
            <a:avLst/>
            <a:gdLst/>
            <a:ahLst/>
            <a:cxnLst/>
            <a:rect l="l" t="t" r="r" b="b"/>
            <a:pathLst>
              <a:path w="4981422" h="1643869">
                <a:moveTo>
                  <a:pt x="0" y="0"/>
                </a:moveTo>
                <a:lnTo>
                  <a:pt x="4981421" y="0"/>
                </a:lnTo>
                <a:lnTo>
                  <a:pt x="4981421" y="1643869"/>
                </a:lnTo>
                <a:lnTo>
                  <a:pt x="0" y="16438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3" name="Group 43"/>
          <p:cNvGrpSpPr/>
          <p:nvPr/>
        </p:nvGrpSpPr>
        <p:grpSpPr>
          <a:xfrm>
            <a:off x="10134457" y="6947986"/>
            <a:ext cx="1405843" cy="1208146"/>
            <a:chOff x="0" y="0"/>
            <a:chExt cx="812800" cy="6985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46" name="Freeform 46"/>
          <p:cNvSpPr/>
          <p:nvPr/>
        </p:nvSpPr>
        <p:spPr>
          <a:xfrm>
            <a:off x="12817768" y="8421618"/>
            <a:ext cx="4981422" cy="1643869"/>
          </a:xfrm>
          <a:custGeom>
            <a:avLst/>
            <a:gdLst/>
            <a:ahLst/>
            <a:cxnLst/>
            <a:rect l="l" t="t" r="r" b="b"/>
            <a:pathLst>
              <a:path w="4981422" h="1643869">
                <a:moveTo>
                  <a:pt x="0" y="0"/>
                </a:moveTo>
                <a:lnTo>
                  <a:pt x="4981422" y="0"/>
                </a:lnTo>
                <a:lnTo>
                  <a:pt x="4981422" y="1643870"/>
                </a:lnTo>
                <a:lnTo>
                  <a:pt x="0" y="16438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7" name="Group 47"/>
          <p:cNvGrpSpPr/>
          <p:nvPr/>
        </p:nvGrpSpPr>
        <p:grpSpPr>
          <a:xfrm rot="-10800000">
            <a:off x="16163668" y="8639480"/>
            <a:ext cx="1405843" cy="1208146"/>
            <a:chOff x="0" y="0"/>
            <a:chExt cx="812800" cy="6985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50" name="Freeform 50"/>
          <p:cNvSpPr/>
          <p:nvPr/>
        </p:nvSpPr>
        <p:spPr>
          <a:xfrm>
            <a:off x="10134457" y="3549604"/>
            <a:ext cx="1020353" cy="1223540"/>
          </a:xfrm>
          <a:custGeom>
            <a:avLst/>
            <a:gdLst/>
            <a:ahLst/>
            <a:cxnLst/>
            <a:rect l="l" t="t" r="r" b="b"/>
            <a:pathLst>
              <a:path w="1020353" h="1223540">
                <a:moveTo>
                  <a:pt x="0" y="0"/>
                </a:moveTo>
                <a:lnTo>
                  <a:pt x="1020353" y="0"/>
                </a:lnTo>
                <a:lnTo>
                  <a:pt x="1020353" y="1223540"/>
                </a:lnTo>
                <a:lnTo>
                  <a:pt x="0" y="122354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16258879" y="5514328"/>
            <a:ext cx="1215421" cy="692474"/>
          </a:xfrm>
          <a:custGeom>
            <a:avLst/>
            <a:gdLst/>
            <a:ahLst/>
            <a:cxnLst/>
            <a:rect l="l" t="t" r="r" b="b"/>
            <a:pathLst>
              <a:path w="1215421" h="692474">
                <a:moveTo>
                  <a:pt x="0" y="0"/>
                </a:moveTo>
                <a:lnTo>
                  <a:pt x="1215421" y="0"/>
                </a:lnTo>
                <a:lnTo>
                  <a:pt x="1215421" y="692474"/>
                </a:lnTo>
                <a:lnTo>
                  <a:pt x="0" y="69247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10331290" y="7053974"/>
            <a:ext cx="1012176" cy="1010910"/>
          </a:xfrm>
          <a:custGeom>
            <a:avLst/>
            <a:gdLst/>
            <a:ahLst/>
            <a:cxnLst/>
            <a:rect l="l" t="t" r="r" b="b"/>
            <a:pathLst>
              <a:path w="1012176" h="1010910">
                <a:moveTo>
                  <a:pt x="0" y="0"/>
                </a:moveTo>
                <a:lnTo>
                  <a:pt x="1012176" y="0"/>
                </a:lnTo>
                <a:lnTo>
                  <a:pt x="1012176" y="1010911"/>
                </a:lnTo>
                <a:lnTo>
                  <a:pt x="0" y="10109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7190339" y="8798855"/>
            <a:ext cx="898380" cy="889396"/>
          </a:xfrm>
          <a:custGeom>
            <a:avLst/>
            <a:gdLst/>
            <a:ahLst/>
            <a:cxnLst/>
            <a:rect l="l" t="t" r="r" b="b"/>
            <a:pathLst>
              <a:path w="898380" h="889396">
                <a:moveTo>
                  <a:pt x="0" y="0"/>
                </a:moveTo>
                <a:lnTo>
                  <a:pt x="898380" y="0"/>
                </a:lnTo>
                <a:lnTo>
                  <a:pt x="898380" y="889396"/>
                </a:lnTo>
                <a:lnTo>
                  <a:pt x="0" y="88939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16455541" y="8793089"/>
            <a:ext cx="822097" cy="900928"/>
          </a:xfrm>
          <a:custGeom>
            <a:avLst/>
            <a:gdLst/>
            <a:ahLst/>
            <a:cxnLst/>
            <a:rect l="l" t="t" r="r" b="b"/>
            <a:pathLst>
              <a:path w="822097" h="900928">
                <a:moveTo>
                  <a:pt x="0" y="0"/>
                </a:moveTo>
                <a:lnTo>
                  <a:pt x="822097" y="0"/>
                </a:lnTo>
                <a:lnTo>
                  <a:pt x="822097" y="900928"/>
                </a:lnTo>
                <a:lnTo>
                  <a:pt x="0" y="90092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55" name="TextBox 55"/>
          <p:cNvSpPr txBox="1"/>
          <p:nvPr/>
        </p:nvSpPr>
        <p:spPr>
          <a:xfrm>
            <a:off x="2498134" y="6977774"/>
            <a:ext cx="2837945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Garamond Bold" panose="02020804030307010803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Verifiable Student Skills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703388" y="1361157"/>
            <a:ext cx="12890681" cy="764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latin typeface="Garamond Bold" panose="02020804030307010803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Creating Measurable Impact and National Benefits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086097" y="5289065"/>
            <a:ext cx="2837945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Garamond Bold" panose="02020804030307010803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Actionable Campus Insights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429190" y="3600355"/>
            <a:ext cx="3133949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Garamond Bold" panose="02020804030307010803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Supports National Education Policy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1725195" y="6977774"/>
            <a:ext cx="2837945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Garamond Bold" panose="02020804030307010803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Builds Future Green Leaders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313158" y="5289065"/>
            <a:ext cx="2837945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Garamond Bold" panose="02020804030307010803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Advances Mission Life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805594" y="2363308"/>
            <a:ext cx="3060969" cy="7811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440"/>
              </a:lnSpc>
              <a:spcBef>
                <a:spcPct val="0"/>
              </a:spcBef>
            </a:pPr>
            <a:r>
              <a:rPr lang="en-US" sz="4600" b="1" u="none" strike="noStrike" dirty="0">
                <a:solidFill>
                  <a:srgbClr val="000000"/>
                </a:solidFill>
                <a:latin typeface="Garamond Bold" panose="02020804030307010803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Impacts :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2989811" y="2365440"/>
            <a:ext cx="2604258" cy="7811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440"/>
              </a:lnSpc>
              <a:spcBef>
                <a:spcPct val="0"/>
              </a:spcBef>
            </a:pPr>
            <a:r>
              <a:rPr lang="en-US" sz="4600" b="1" dirty="0">
                <a:solidFill>
                  <a:srgbClr val="000000"/>
                </a:solidFill>
                <a:latin typeface="Garamond Bold" panose="02020804030307010803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Benefit</a:t>
            </a:r>
            <a:r>
              <a:rPr lang="en-US" sz="4600" b="1" u="none" strike="noStrike" dirty="0">
                <a:solidFill>
                  <a:srgbClr val="000000"/>
                </a:solidFill>
                <a:latin typeface="Garamond Bold" panose="02020804030307010803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s  :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086097" y="8686800"/>
            <a:ext cx="2837945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Garamond Bold" panose="02020804030307010803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Verified Real-World Action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3144167" y="8659189"/>
            <a:ext cx="3217197" cy="1066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Garamond Bold" panose="02020804030307010803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Fosters a "Green" Mindset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5270" y="223838"/>
            <a:ext cx="2618918" cy="1248727"/>
            <a:chOff x="0" y="0"/>
            <a:chExt cx="3491890" cy="1664970"/>
          </a:xfrm>
        </p:grpSpPr>
        <p:sp>
          <p:nvSpPr>
            <p:cNvPr id="3" name="Freeform 3" descr="Your startup LOGO"/>
            <p:cNvSpPr/>
            <p:nvPr/>
          </p:nvSpPr>
          <p:spPr>
            <a:xfrm>
              <a:off x="30564" y="25400"/>
              <a:ext cx="3430763" cy="1614170"/>
            </a:xfrm>
            <a:custGeom>
              <a:avLst/>
              <a:gdLst/>
              <a:ahLst/>
              <a:cxnLst/>
              <a:rect l="l" t="t" r="r" b="b"/>
              <a:pathLst>
                <a:path w="3430763" h="1614170">
                  <a:moveTo>
                    <a:pt x="0" y="807085"/>
                  </a:moveTo>
                  <a:cubicBezTo>
                    <a:pt x="0" y="361315"/>
                    <a:pt x="768063" y="0"/>
                    <a:pt x="1715381" y="0"/>
                  </a:cubicBezTo>
                  <a:cubicBezTo>
                    <a:pt x="2662700" y="0"/>
                    <a:pt x="3430763" y="361315"/>
                    <a:pt x="3430763" y="807085"/>
                  </a:cubicBezTo>
                  <a:cubicBezTo>
                    <a:pt x="3430763" y="1252855"/>
                    <a:pt x="2662700" y="1614170"/>
                    <a:pt x="1715381" y="1614170"/>
                  </a:cubicBezTo>
                  <a:cubicBezTo>
                    <a:pt x="768062" y="1614170"/>
                    <a:pt x="0" y="1252855"/>
                    <a:pt x="0" y="8070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 descr="Your startup LOGO"/>
            <p:cNvSpPr/>
            <p:nvPr/>
          </p:nvSpPr>
          <p:spPr>
            <a:xfrm>
              <a:off x="0" y="0"/>
              <a:ext cx="3491890" cy="1664970"/>
            </a:xfrm>
            <a:custGeom>
              <a:avLst/>
              <a:gdLst/>
              <a:ahLst/>
              <a:cxnLst/>
              <a:rect l="l" t="t" r="r" b="b"/>
              <a:pathLst>
                <a:path w="3491890" h="1664970">
                  <a:moveTo>
                    <a:pt x="0" y="832485"/>
                  </a:moveTo>
                  <a:cubicBezTo>
                    <a:pt x="0" y="361696"/>
                    <a:pt x="799238" y="0"/>
                    <a:pt x="1745945" y="0"/>
                  </a:cubicBezTo>
                  <a:cubicBezTo>
                    <a:pt x="2692652" y="0"/>
                    <a:pt x="3491890" y="361696"/>
                    <a:pt x="3491890" y="832485"/>
                  </a:cubicBezTo>
                  <a:lnTo>
                    <a:pt x="3461327" y="832485"/>
                  </a:lnTo>
                  <a:lnTo>
                    <a:pt x="3491890" y="832485"/>
                  </a:lnTo>
                  <a:cubicBezTo>
                    <a:pt x="3491890" y="1303274"/>
                    <a:pt x="2692652" y="1664970"/>
                    <a:pt x="1745945" y="1664970"/>
                  </a:cubicBezTo>
                  <a:lnTo>
                    <a:pt x="1745945" y="1639570"/>
                  </a:lnTo>
                  <a:lnTo>
                    <a:pt x="1745945" y="1664970"/>
                  </a:lnTo>
                  <a:cubicBezTo>
                    <a:pt x="799238" y="1664970"/>
                    <a:pt x="0" y="1303274"/>
                    <a:pt x="0" y="832485"/>
                  </a:cubicBezTo>
                  <a:lnTo>
                    <a:pt x="30564" y="832485"/>
                  </a:lnTo>
                  <a:lnTo>
                    <a:pt x="61127" y="832485"/>
                  </a:lnTo>
                  <a:lnTo>
                    <a:pt x="30564" y="832485"/>
                  </a:lnTo>
                  <a:lnTo>
                    <a:pt x="0" y="832485"/>
                  </a:lnTo>
                  <a:moveTo>
                    <a:pt x="61127" y="832485"/>
                  </a:moveTo>
                  <a:cubicBezTo>
                    <a:pt x="61127" y="846455"/>
                    <a:pt x="47374" y="857885"/>
                    <a:pt x="30564" y="857885"/>
                  </a:cubicBezTo>
                  <a:cubicBezTo>
                    <a:pt x="13754" y="857885"/>
                    <a:pt x="0" y="846455"/>
                    <a:pt x="0" y="832485"/>
                  </a:cubicBezTo>
                  <a:cubicBezTo>
                    <a:pt x="0" y="818515"/>
                    <a:pt x="13754" y="807085"/>
                    <a:pt x="30564" y="807085"/>
                  </a:cubicBezTo>
                  <a:cubicBezTo>
                    <a:pt x="47374" y="807085"/>
                    <a:pt x="61127" y="818515"/>
                    <a:pt x="61127" y="832485"/>
                  </a:cubicBezTo>
                  <a:cubicBezTo>
                    <a:pt x="61127" y="1253109"/>
                    <a:pt x="798015" y="1614170"/>
                    <a:pt x="1745945" y="1614170"/>
                  </a:cubicBezTo>
                  <a:cubicBezTo>
                    <a:pt x="2693875" y="1614170"/>
                    <a:pt x="3430763" y="1253109"/>
                    <a:pt x="3430763" y="832485"/>
                  </a:cubicBezTo>
                  <a:cubicBezTo>
                    <a:pt x="3430763" y="411861"/>
                    <a:pt x="2693875" y="50800"/>
                    <a:pt x="1745945" y="50800"/>
                  </a:cubicBezTo>
                  <a:lnTo>
                    <a:pt x="1745945" y="25400"/>
                  </a:lnTo>
                  <a:lnTo>
                    <a:pt x="1745945" y="50800"/>
                  </a:lnTo>
                  <a:cubicBezTo>
                    <a:pt x="798015" y="50800"/>
                    <a:pt x="61127" y="411861"/>
                    <a:pt x="61127" y="83248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3491890" cy="1664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800" b="1">
                  <a:solidFill>
                    <a:srgbClr val="000000"/>
                  </a:solidFill>
                  <a:latin typeface="Garamond Bold" panose="02020804030307010803"/>
                  <a:ea typeface="Garamond Bold" panose="02020804030307010803"/>
                  <a:cs typeface="Garamond Bold" panose="02020804030307010803"/>
                  <a:sym typeface="Garamond Bold" panose="02020804030307010803"/>
                </a:rPr>
                <a:t>Tech Legend</a:t>
              </a:r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4762049" y="85645"/>
            <a:ext cx="3313680" cy="1684302"/>
            <a:chOff x="0" y="0"/>
            <a:chExt cx="4418240" cy="2245736"/>
          </a:xfrm>
        </p:grpSpPr>
        <p:sp>
          <p:nvSpPr>
            <p:cNvPr id="7" name="Freeform 7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6081418" y="-650522"/>
            <a:ext cx="6252730" cy="2501092"/>
          </a:xfrm>
          <a:custGeom>
            <a:avLst/>
            <a:gdLst/>
            <a:ahLst/>
            <a:cxnLst/>
            <a:rect l="l" t="t" r="r" b="b"/>
            <a:pathLst>
              <a:path w="6252730" h="2501092">
                <a:moveTo>
                  <a:pt x="0" y="0"/>
                </a:moveTo>
                <a:lnTo>
                  <a:pt x="6252730" y="0"/>
                </a:lnTo>
                <a:lnTo>
                  <a:pt x="6252730" y="2501092"/>
                </a:lnTo>
                <a:lnTo>
                  <a:pt x="0" y="25010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52400" y="2011680"/>
            <a:ext cx="17820640" cy="8215630"/>
            <a:chOff x="0" y="0"/>
            <a:chExt cx="4693454" cy="21030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693454" cy="2103075"/>
            </a:xfrm>
            <a:custGeom>
              <a:avLst/>
              <a:gdLst/>
              <a:ahLst/>
              <a:cxnLst/>
              <a:rect l="l" t="t" r="r" b="b"/>
              <a:pathLst>
                <a:path w="4693454" h="2103075">
                  <a:moveTo>
                    <a:pt x="0" y="0"/>
                  </a:moveTo>
                  <a:lnTo>
                    <a:pt x="4693454" y="0"/>
                  </a:lnTo>
                  <a:lnTo>
                    <a:pt x="4693454" y="2103075"/>
                  </a:lnTo>
                  <a:lnTo>
                    <a:pt x="0" y="2103075"/>
                  </a:ln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693454" cy="2141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028700" y="2857671"/>
            <a:ext cx="16230600" cy="4950333"/>
          </a:xfrm>
          <a:custGeom>
            <a:avLst/>
            <a:gdLst/>
            <a:ahLst/>
            <a:cxnLst/>
            <a:rect l="l" t="t" r="r" b="b"/>
            <a:pathLst>
              <a:path w="16230600" h="4950333">
                <a:moveTo>
                  <a:pt x="0" y="0"/>
                </a:moveTo>
                <a:lnTo>
                  <a:pt x="16230600" y="0"/>
                </a:lnTo>
                <a:lnTo>
                  <a:pt x="16230600" y="4950333"/>
                </a:lnTo>
                <a:lnTo>
                  <a:pt x="0" y="49503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685800" y="2247648"/>
            <a:ext cx="633569" cy="609810"/>
          </a:xfrm>
          <a:custGeom>
            <a:avLst/>
            <a:gdLst/>
            <a:ahLst/>
            <a:cxnLst/>
            <a:rect l="l" t="t" r="r" b="b"/>
            <a:pathLst>
              <a:path w="633569" h="609810">
                <a:moveTo>
                  <a:pt x="0" y="0"/>
                </a:moveTo>
                <a:lnTo>
                  <a:pt x="633569" y="0"/>
                </a:lnTo>
                <a:lnTo>
                  <a:pt x="633569" y="609810"/>
                </a:lnTo>
                <a:lnTo>
                  <a:pt x="0" y="6098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36270" y="7906117"/>
            <a:ext cx="811691" cy="629061"/>
          </a:xfrm>
          <a:custGeom>
            <a:avLst/>
            <a:gdLst/>
            <a:ahLst/>
            <a:cxnLst/>
            <a:rect l="l" t="t" r="r" b="b"/>
            <a:pathLst>
              <a:path w="811691" h="629061">
                <a:moveTo>
                  <a:pt x="0" y="0"/>
                </a:moveTo>
                <a:lnTo>
                  <a:pt x="811691" y="0"/>
                </a:lnTo>
                <a:lnTo>
                  <a:pt x="811691" y="629061"/>
                </a:lnTo>
                <a:lnTo>
                  <a:pt x="0" y="6290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5791200" y="1181100"/>
            <a:ext cx="7431405" cy="7899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sz="4400" b="1">
                <a:solidFill>
                  <a:srgbClr val="000000"/>
                </a:solidFill>
                <a:latin typeface="Garamond Bold" panose="02020804030307010803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Our Competitive Advantage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47961" y="2095669"/>
            <a:ext cx="2568029" cy="788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40"/>
              </a:lnSpc>
              <a:spcBef>
                <a:spcPct val="0"/>
              </a:spcBef>
            </a:pPr>
            <a:r>
              <a:rPr lang="en-US" sz="4600" b="1" u="none" strike="noStrike">
                <a:solidFill>
                  <a:srgbClr val="000000"/>
                </a:solidFill>
                <a:latin typeface="Garamond Bold" panose="02020804030307010803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Research 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47786" y="7808214"/>
            <a:ext cx="3276613" cy="7811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440"/>
              </a:lnSpc>
              <a:spcBef>
                <a:spcPct val="0"/>
              </a:spcBef>
            </a:pPr>
            <a:r>
              <a:rPr lang="en-US" sz="4600" b="1" u="none" strike="noStrike" dirty="0">
                <a:solidFill>
                  <a:srgbClr val="000000"/>
                </a:solidFill>
                <a:latin typeface="Garamond Bold" panose="02020804030307010803"/>
                <a:ea typeface="Garamond Bold" panose="02020804030307010803"/>
                <a:cs typeface="Garamond Bold" panose="02020804030307010803"/>
                <a:sym typeface="Garamond Bold" panose="02020804030307010803"/>
              </a:rPr>
              <a:t>References  :</a:t>
            </a:r>
          </a:p>
        </p:txBody>
      </p:sp>
      <p:sp>
        <p:nvSpPr>
          <p:cNvPr id="18" name="Text Box 17"/>
          <p:cNvSpPr txBox="1"/>
          <p:nvPr/>
        </p:nvSpPr>
        <p:spPr>
          <a:xfrm>
            <a:off x="4711686" y="8046930"/>
            <a:ext cx="1368044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AutoNum type="arabicPeriod"/>
            </a:pPr>
            <a:r>
              <a:rPr lang="en-US" altLang="en-US" sz="2200" b="1" dirty="0">
                <a:latin typeface="Garamond" panose="02020404030301010803" charset="0"/>
                <a:cs typeface="Garamond" panose="02020404030301010803" charset="0"/>
              </a:rPr>
              <a:t>Gee, J. P. (2003). What Video Games Have to Teach Us About Learning and Literacy. Palgrave Macmillan.</a:t>
            </a:r>
          </a:p>
          <a:p>
            <a:pPr marL="342900" indent="-342900">
              <a:buFont typeface="Wingdings" panose="05000000000000000000" pitchFamily="2" charset="2"/>
              <a:buAutoNum type="arabicPeriod"/>
            </a:pPr>
            <a:r>
              <a:rPr lang="en-US" altLang="en-US" sz="2200" b="1" dirty="0">
                <a:latin typeface="Garamond" panose="02020404030301010803" charset="0"/>
                <a:cs typeface="Garamond" panose="02020404030301010803" charset="0"/>
              </a:rPr>
              <a:t>Ministry of Education, Government of India – Environmental Education initiatives. https://www.education.gov.in/</a:t>
            </a:r>
          </a:p>
          <a:p>
            <a:pPr marL="342900" indent="-342900">
              <a:buFont typeface="Wingdings" panose="05000000000000000000" pitchFamily="2" charset="2"/>
              <a:buAutoNum type="arabicPeriod"/>
            </a:pPr>
            <a:r>
              <a:rPr lang="en-US" altLang="en-US" sz="2200" b="1" dirty="0" err="1">
                <a:latin typeface="Garamond" panose="02020404030301010803" charset="0"/>
                <a:cs typeface="Garamond" panose="02020404030301010803" charset="0"/>
              </a:rPr>
              <a:t>GeeksforGeeks</a:t>
            </a:r>
            <a:r>
              <a:rPr lang="en-US" altLang="en-US" sz="2200" b="1" dirty="0">
                <a:latin typeface="Garamond" panose="02020404030301010803" charset="0"/>
                <a:cs typeface="Garamond" panose="02020404030301010803" charset="0"/>
              </a:rPr>
              <a:t>: Articles on Gamification in Education – https://www.geeksforgeeks.org/</a:t>
            </a:r>
          </a:p>
          <a:p>
            <a:pPr marL="342900" indent="-342900">
              <a:buFont typeface="Wingdings" panose="05000000000000000000" pitchFamily="2" charset="2"/>
              <a:buAutoNum type="arabicPeriod"/>
            </a:pPr>
            <a:r>
              <a:rPr lang="en-US" altLang="en-US" sz="2200" b="1" dirty="0">
                <a:latin typeface="Garamond" panose="02020404030301010803" charset="0"/>
                <a:cs typeface="Garamond" panose="02020404030301010803" charset="0"/>
              </a:rPr>
              <a:t>Edutopia: Gamification in Classrooms – https://www.edutopia.org/</a:t>
            </a:r>
          </a:p>
          <a:p>
            <a:pPr marL="342900" indent="-342900">
              <a:buFont typeface="Wingdings" panose="05000000000000000000" pitchFamily="2" charset="2"/>
              <a:buAutoNum type="arabicPeriod"/>
            </a:pPr>
            <a:r>
              <a:rPr lang="en-US" altLang="en-US" sz="2200" b="1" dirty="0">
                <a:latin typeface="Garamond" panose="02020404030301010803" charset="0"/>
                <a:cs typeface="Garamond" panose="02020404030301010803" charset="0"/>
              </a:rPr>
              <a:t>Dev.to &amp; Medium blogs on gamification strategies.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404</Words>
  <Application>Microsoft Office PowerPoint</Application>
  <PresentationFormat>Custom</PresentationFormat>
  <Paragraphs>101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Calibri</vt:lpstr>
      <vt:lpstr>Arial</vt:lpstr>
      <vt:lpstr>Calibri (MS) Bold</vt:lpstr>
      <vt:lpstr>Garamond</vt:lpstr>
      <vt:lpstr>Garamond Bold</vt:lpstr>
      <vt:lpstr>Arial Black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Legend[1].pptx</dc:title>
  <dc:creator>Admin</dc:creator>
  <cp:lastModifiedBy>bhumimusale@outlook.com</cp:lastModifiedBy>
  <cp:revision>4</cp:revision>
  <dcterms:created xsi:type="dcterms:W3CDTF">2006-08-16T00:00:00Z</dcterms:created>
  <dcterms:modified xsi:type="dcterms:W3CDTF">2025-09-29T13:51:49Z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4F7D89E91E494724927232EFF4F9D023_12</vt:lpwstr>
  </property>
  <property fmtid="{D5CDD505-2E9C-101B-9397-08002B2CF9AE}" pid="3" name="KSOProductBuildVer">
    <vt:lpwstr>1033-12.2.0.22549</vt:lpwstr>
  </property>
</Properties>
</file>