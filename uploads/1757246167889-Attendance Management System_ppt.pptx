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Slide 1: Introduction to Attendance Management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Automating manual attendance processes.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Reducing errors and improving accuracy.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Streamlining data analysis for better insights.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Problem &amp;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Inefficiencies of manual attendance tracking.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Challenges in data accuracy and reporting.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Our proposed solution:  A robust, automated attendance system.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System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Real-time attendance tracking.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Automated report generation (daily, weekly, monthly).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User-friendly interface for easy navigation.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Technology Stack &amp;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Front-end: React &amp; Tailwind CSS.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Back-end: Node.js.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Database: MySQL.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Demo &amp; Key 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Live demonstration of system functionality.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Improved efficiency and time savings.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Enhanced data analysis capabilities for informed decision-making.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Q&amp;A and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Open forum for questions and discussions.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Future development plans and enhancements.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* Call to action:  Further exploration and collaboration.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2025-09-07T09:48:54Z</dcterms:created>
  <dcterms:modified xsi:type="dcterms:W3CDTF">2025-09-07T09:48:54Z</dcterms:modified>
</cp:coreProperties>
</file>