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Slide 1: HospiBed: Revolutionizing Emergency Hospital Access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00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*   Pre-booking hospital beds to reduce wait times.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*   Streamlines the emergency admission process for patients.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*   Improves hospital resource allocation and efficiency.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The Problem: Long Emergency Room Waits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00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*   Significant delays in emergency room admittance lead to patient suffering.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*   Overcrowding impacts the quality of care and resource availability.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*   Inefficient allocation of hospital beds contributes to prolonged wait times.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HospiBed: The Solution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00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*   A user-friendly platform connecting patients with available hospital beds.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*   Real-time bed availability updates for hospitals and patients.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*   Reduced wait times and improved patient experience.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How HospiBed Works: A Seamless Process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00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*   Patients register their details and emergency needs.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*   The system matches patients with available beds based on criteria.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*   Hospitals manage bed availability and patient information.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Technology &amp; Scalability: Built on MERN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00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*   Robust and scalable MERN stack (MongoDB, Express.js, React, Node.js).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*   Secure and reliable platform ensuring data privacy.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*   Future-ready architecture allowing for seamless expansion and integration.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Call to Action: Partner with HospiBed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00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*   Join us in revolutionizing emergency hospital care.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*   Contact us to learn more about partnerships and collaborations.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*   Invest in a future where emergency access is efficient and effective.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2025-09-16T09:18:10Z</dcterms:created>
  <dcterms:modified xsi:type="dcterms:W3CDTF">2025-09-16T09:18:10Z</dcterms:modified>
</cp:coreProperties>
</file>